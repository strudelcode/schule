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5" r:id="rId3"/>
    <p:sldId id="257" r:id="rId4"/>
    <p:sldId id="258" r:id="rId5"/>
    <p:sldId id="260" r:id="rId6"/>
    <p:sldId id="261" r:id="rId7"/>
    <p:sldId id="262" r:id="rId8"/>
    <p:sldId id="263" r:id="rId9"/>
    <p:sldId id="264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BAD453"/>
    <a:srgbClr val="371C12"/>
    <a:srgbClr val="FFFCD3"/>
    <a:srgbClr val="8D6A4A"/>
    <a:srgbClr val="D7D8DB"/>
    <a:srgbClr val="FFAD2B"/>
    <a:srgbClr val="751A1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3A668E7-A7E8-4A85-ACC4-A72F7E8F2712}" v="2" dt="2025-05-28T16:07:42.14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5" d="100"/>
          <a:sy n="85" d="100"/>
        </p:scale>
        <p:origin x="147" y="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ölzl Yuri" userId="ed704ec8-48d8-44d8-9c82-9030307dae5b" providerId="ADAL" clId="{33A668E7-A7E8-4A85-ACC4-A72F7E8F2712}"/>
    <pc:docChg chg="modSld modMainMaster">
      <pc:chgData name="Hölzl Yuri" userId="ed704ec8-48d8-44d8-9c82-9030307dae5b" providerId="ADAL" clId="{33A668E7-A7E8-4A85-ACC4-A72F7E8F2712}" dt="2025-05-28T16:07:42.141" v="1"/>
      <pc:docMkLst>
        <pc:docMk/>
      </pc:docMkLst>
      <pc:sldChg chg="modTransition">
        <pc:chgData name="Hölzl Yuri" userId="ed704ec8-48d8-44d8-9c82-9030307dae5b" providerId="ADAL" clId="{33A668E7-A7E8-4A85-ACC4-A72F7E8F2712}" dt="2025-05-28T16:07:42.141" v="1"/>
        <pc:sldMkLst>
          <pc:docMk/>
          <pc:sldMk cId="1577499883" sldId="256"/>
        </pc:sldMkLst>
      </pc:sldChg>
      <pc:sldChg chg="modTransition">
        <pc:chgData name="Hölzl Yuri" userId="ed704ec8-48d8-44d8-9c82-9030307dae5b" providerId="ADAL" clId="{33A668E7-A7E8-4A85-ACC4-A72F7E8F2712}" dt="2025-05-28T16:07:42.141" v="1"/>
        <pc:sldMkLst>
          <pc:docMk/>
          <pc:sldMk cId="193404044" sldId="257"/>
        </pc:sldMkLst>
      </pc:sldChg>
      <pc:sldChg chg="modTransition">
        <pc:chgData name="Hölzl Yuri" userId="ed704ec8-48d8-44d8-9c82-9030307dae5b" providerId="ADAL" clId="{33A668E7-A7E8-4A85-ACC4-A72F7E8F2712}" dt="2025-05-28T16:07:42.141" v="1"/>
        <pc:sldMkLst>
          <pc:docMk/>
          <pc:sldMk cId="4042851962" sldId="258"/>
        </pc:sldMkLst>
      </pc:sldChg>
      <pc:sldChg chg="modTransition">
        <pc:chgData name="Hölzl Yuri" userId="ed704ec8-48d8-44d8-9c82-9030307dae5b" providerId="ADAL" clId="{33A668E7-A7E8-4A85-ACC4-A72F7E8F2712}" dt="2025-05-28T16:07:42.141" v="1"/>
        <pc:sldMkLst>
          <pc:docMk/>
          <pc:sldMk cId="1354850410" sldId="260"/>
        </pc:sldMkLst>
      </pc:sldChg>
      <pc:sldChg chg="modTransition">
        <pc:chgData name="Hölzl Yuri" userId="ed704ec8-48d8-44d8-9c82-9030307dae5b" providerId="ADAL" clId="{33A668E7-A7E8-4A85-ACC4-A72F7E8F2712}" dt="2025-05-28T16:07:42.141" v="1"/>
        <pc:sldMkLst>
          <pc:docMk/>
          <pc:sldMk cId="2837665843" sldId="261"/>
        </pc:sldMkLst>
      </pc:sldChg>
      <pc:sldChg chg="modTransition">
        <pc:chgData name="Hölzl Yuri" userId="ed704ec8-48d8-44d8-9c82-9030307dae5b" providerId="ADAL" clId="{33A668E7-A7E8-4A85-ACC4-A72F7E8F2712}" dt="2025-05-28T16:07:42.141" v="1"/>
        <pc:sldMkLst>
          <pc:docMk/>
          <pc:sldMk cId="3462916809" sldId="262"/>
        </pc:sldMkLst>
      </pc:sldChg>
      <pc:sldChg chg="modTransition">
        <pc:chgData name="Hölzl Yuri" userId="ed704ec8-48d8-44d8-9c82-9030307dae5b" providerId="ADAL" clId="{33A668E7-A7E8-4A85-ACC4-A72F7E8F2712}" dt="2025-05-28T16:07:42.141" v="1"/>
        <pc:sldMkLst>
          <pc:docMk/>
          <pc:sldMk cId="3358182808" sldId="263"/>
        </pc:sldMkLst>
      </pc:sldChg>
      <pc:sldChg chg="modTransition">
        <pc:chgData name="Hölzl Yuri" userId="ed704ec8-48d8-44d8-9c82-9030307dae5b" providerId="ADAL" clId="{33A668E7-A7E8-4A85-ACC4-A72F7E8F2712}" dt="2025-05-28T16:07:42.141" v="1"/>
        <pc:sldMkLst>
          <pc:docMk/>
          <pc:sldMk cId="2621426023" sldId="264"/>
        </pc:sldMkLst>
      </pc:sldChg>
      <pc:sldChg chg="modTransition">
        <pc:chgData name="Hölzl Yuri" userId="ed704ec8-48d8-44d8-9c82-9030307dae5b" providerId="ADAL" clId="{33A668E7-A7E8-4A85-ACC4-A72F7E8F2712}" dt="2025-05-28T16:07:42.141" v="1"/>
        <pc:sldMkLst>
          <pc:docMk/>
          <pc:sldMk cId="2783027800" sldId="265"/>
        </pc:sldMkLst>
      </pc:sldChg>
      <pc:sldChg chg="modTransition">
        <pc:chgData name="Hölzl Yuri" userId="ed704ec8-48d8-44d8-9c82-9030307dae5b" providerId="ADAL" clId="{33A668E7-A7E8-4A85-ACC4-A72F7E8F2712}" dt="2025-05-28T16:07:42.141" v="1"/>
        <pc:sldMkLst>
          <pc:docMk/>
          <pc:sldMk cId="75416924" sldId="266"/>
        </pc:sldMkLst>
      </pc:sldChg>
      <pc:sldChg chg="modTransition">
        <pc:chgData name="Hölzl Yuri" userId="ed704ec8-48d8-44d8-9c82-9030307dae5b" providerId="ADAL" clId="{33A668E7-A7E8-4A85-ACC4-A72F7E8F2712}" dt="2025-05-28T16:07:42.141" v="1"/>
        <pc:sldMkLst>
          <pc:docMk/>
          <pc:sldMk cId="1315848482" sldId="267"/>
        </pc:sldMkLst>
      </pc:sldChg>
      <pc:sldChg chg="modTransition">
        <pc:chgData name="Hölzl Yuri" userId="ed704ec8-48d8-44d8-9c82-9030307dae5b" providerId="ADAL" clId="{33A668E7-A7E8-4A85-ACC4-A72F7E8F2712}" dt="2025-05-28T16:07:42.141" v="1"/>
        <pc:sldMkLst>
          <pc:docMk/>
          <pc:sldMk cId="4242786146" sldId="268"/>
        </pc:sldMkLst>
      </pc:sldChg>
      <pc:sldChg chg="modTransition">
        <pc:chgData name="Hölzl Yuri" userId="ed704ec8-48d8-44d8-9c82-9030307dae5b" providerId="ADAL" clId="{33A668E7-A7E8-4A85-ACC4-A72F7E8F2712}" dt="2025-05-28T16:07:42.141" v="1"/>
        <pc:sldMkLst>
          <pc:docMk/>
          <pc:sldMk cId="3425540894" sldId="269"/>
        </pc:sldMkLst>
      </pc:sldChg>
      <pc:sldChg chg="modTransition">
        <pc:chgData name="Hölzl Yuri" userId="ed704ec8-48d8-44d8-9c82-9030307dae5b" providerId="ADAL" clId="{33A668E7-A7E8-4A85-ACC4-A72F7E8F2712}" dt="2025-05-28T16:07:42.141" v="1"/>
        <pc:sldMkLst>
          <pc:docMk/>
          <pc:sldMk cId="961820159" sldId="270"/>
        </pc:sldMkLst>
      </pc:sldChg>
      <pc:sldChg chg="modTransition">
        <pc:chgData name="Hölzl Yuri" userId="ed704ec8-48d8-44d8-9c82-9030307dae5b" providerId="ADAL" clId="{33A668E7-A7E8-4A85-ACC4-A72F7E8F2712}" dt="2025-05-28T16:07:42.141" v="1"/>
        <pc:sldMkLst>
          <pc:docMk/>
          <pc:sldMk cId="1496503787" sldId="271"/>
        </pc:sldMkLst>
      </pc:sldChg>
      <pc:sldChg chg="modTransition">
        <pc:chgData name="Hölzl Yuri" userId="ed704ec8-48d8-44d8-9c82-9030307dae5b" providerId="ADAL" clId="{33A668E7-A7E8-4A85-ACC4-A72F7E8F2712}" dt="2025-05-28T16:07:42.141" v="1"/>
        <pc:sldMkLst>
          <pc:docMk/>
          <pc:sldMk cId="3475073663" sldId="272"/>
        </pc:sldMkLst>
      </pc:sldChg>
      <pc:sldChg chg="modTransition">
        <pc:chgData name="Hölzl Yuri" userId="ed704ec8-48d8-44d8-9c82-9030307dae5b" providerId="ADAL" clId="{33A668E7-A7E8-4A85-ACC4-A72F7E8F2712}" dt="2025-05-28T16:07:42.141" v="1"/>
        <pc:sldMkLst>
          <pc:docMk/>
          <pc:sldMk cId="844183461" sldId="273"/>
        </pc:sldMkLst>
      </pc:sldChg>
      <pc:sldChg chg="modTransition">
        <pc:chgData name="Hölzl Yuri" userId="ed704ec8-48d8-44d8-9c82-9030307dae5b" providerId="ADAL" clId="{33A668E7-A7E8-4A85-ACC4-A72F7E8F2712}" dt="2025-05-28T16:07:42.141" v="1"/>
        <pc:sldMkLst>
          <pc:docMk/>
          <pc:sldMk cId="1921530158" sldId="274"/>
        </pc:sldMkLst>
      </pc:sldChg>
      <pc:sldChg chg="modTransition">
        <pc:chgData name="Hölzl Yuri" userId="ed704ec8-48d8-44d8-9c82-9030307dae5b" providerId="ADAL" clId="{33A668E7-A7E8-4A85-ACC4-A72F7E8F2712}" dt="2025-05-28T16:07:42.141" v="1"/>
        <pc:sldMkLst>
          <pc:docMk/>
          <pc:sldMk cId="1225348937" sldId="275"/>
        </pc:sldMkLst>
      </pc:sldChg>
      <pc:sldChg chg="modTransition">
        <pc:chgData name="Hölzl Yuri" userId="ed704ec8-48d8-44d8-9c82-9030307dae5b" providerId="ADAL" clId="{33A668E7-A7E8-4A85-ACC4-A72F7E8F2712}" dt="2025-05-28T16:07:42.141" v="1"/>
        <pc:sldMkLst>
          <pc:docMk/>
          <pc:sldMk cId="2305352683" sldId="276"/>
        </pc:sldMkLst>
      </pc:sldChg>
      <pc:sldMasterChg chg="modTransition modSldLayout">
        <pc:chgData name="Hölzl Yuri" userId="ed704ec8-48d8-44d8-9c82-9030307dae5b" providerId="ADAL" clId="{33A668E7-A7E8-4A85-ACC4-A72F7E8F2712}" dt="2025-05-28T16:07:42.141" v="1"/>
        <pc:sldMasterMkLst>
          <pc:docMk/>
          <pc:sldMasterMk cId="594725491" sldId="2147483648"/>
        </pc:sldMasterMkLst>
        <pc:sldLayoutChg chg="modTransition">
          <pc:chgData name="Hölzl Yuri" userId="ed704ec8-48d8-44d8-9c82-9030307dae5b" providerId="ADAL" clId="{33A668E7-A7E8-4A85-ACC4-A72F7E8F2712}" dt="2025-05-28T16:07:42.141" v="1"/>
          <pc:sldLayoutMkLst>
            <pc:docMk/>
            <pc:sldMasterMk cId="594725491" sldId="2147483648"/>
            <pc:sldLayoutMk cId="4043166929" sldId="2147483649"/>
          </pc:sldLayoutMkLst>
        </pc:sldLayoutChg>
        <pc:sldLayoutChg chg="modTransition">
          <pc:chgData name="Hölzl Yuri" userId="ed704ec8-48d8-44d8-9c82-9030307dae5b" providerId="ADAL" clId="{33A668E7-A7E8-4A85-ACC4-A72F7E8F2712}" dt="2025-05-28T16:07:42.141" v="1"/>
          <pc:sldLayoutMkLst>
            <pc:docMk/>
            <pc:sldMasterMk cId="594725491" sldId="2147483648"/>
            <pc:sldLayoutMk cId="3433200589" sldId="2147483650"/>
          </pc:sldLayoutMkLst>
        </pc:sldLayoutChg>
        <pc:sldLayoutChg chg="modTransition">
          <pc:chgData name="Hölzl Yuri" userId="ed704ec8-48d8-44d8-9c82-9030307dae5b" providerId="ADAL" clId="{33A668E7-A7E8-4A85-ACC4-A72F7E8F2712}" dt="2025-05-28T16:07:42.141" v="1"/>
          <pc:sldLayoutMkLst>
            <pc:docMk/>
            <pc:sldMasterMk cId="594725491" sldId="2147483648"/>
            <pc:sldLayoutMk cId="2835585648" sldId="2147483651"/>
          </pc:sldLayoutMkLst>
        </pc:sldLayoutChg>
        <pc:sldLayoutChg chg="modTransition">
          <pc:chgData name="Hölzl Yuri" userId="ed704ec8-48d8-44d8-9c82-9030307dae5b" providerId="ADAL" clId="{33A668E7-A7E8-4A85-ACC4-A72F7E8F2712}" dt="2025-05-28T16:07:42.141" v="1"/>
          <pc:sldLayoutMkLst>
            <pc:docMk/>
            <pc:sldMasterMk cId="594725491" sldId="2147483648"/>
            <pc:sldLayoutMk cId="742901757" sldId="2147483652"/>
          </pc:sldLayoutMkLst>
        </pc:sldLayoutChg>
        <pc:sldLayoutChg chg="modTransition">
          <pc:chgData name="Hölzl Yuri" userId="ed704ec8-48d8-44d8-9c82-9030307dae5b" providerId="ADAL" clId="{33A668E7-A7E8-4A85-ACC4-A72F7E8F2712}" dt="2025-05-28T16:07:42.141" v="1"/>
          <pc:sldLayoutMkLst>
            <pc:docMk/>
            <pc:sldMasterMk cId="594725491" sldId="2147483648"/>
            <pc:sldLayoutMk cId="2024084034" sldId="2147483653"/>
          </pc:sldLayoutMkLst>
        </pc:sldLayoutChg>
        <pc:sldLayoutChg chg="modTransition">
          <pc:chgData name="Hölzl Yuri" userId="ed704ec8-48d8-44d8-9c82-9030307dae5b" providerId="ADAL" clId="{33A668E7-A7E8-4A85-ACC4-A72F7E8F2712}" dt="2025-05-28T16:07:42.141" v="1"/>
          <pc:sldLayoutMkLst>
            <pc:docMk/>
            <pc:sldMasterMk cId="594725491" sldId="2147483648"/>
            <pc:sldLayoutMk cId="2440206447" sldId="2147483654"/>
          </pc:sldLayoutMkLst>
        </pc:sldLayoutChg>
        <pc:sldLayoutChg chg="modTransition">
          <pc:chgData name="Hölzl Yuri" userId="ed704ec8-48d8-44d8-9c82-9030307dae5b" providerId="ADAL" clId="{33A668E7-A7E8-4A85-ACC4-A72F7E8F2712}" dt="2025-05-28T16:07:42.141" v="1"/>
          <pc:sldLayoutMkLst>
            <pc:docMk/>
            <pc:sldMasterMk cId="594725491" sldId="2147483648"/>
            <pc:sldLayoutMk cId="3087692832" sldId="2147483655"/>
          </pc:sldLayoutMkLst>
        </pc:sldLayoutChg>
        <pc:sldLayoutChg chg="modTransition">
          <pc:chgData name="Hölzl Yuri" userId="ed704ec8-48d8-44d8-9c82-9030307dae5b" providerId="ADAL" clId="{33A668E7-A7E8-4A85-ACC4-A72F7E8F2712}" dt="2025-05-28T16:07:42.141" v="1"/>
          <pc:sldLayoutMkLst>
            <pc:docMk/>
            <pc:sldMasterMk cId="594725491" sldId="2147483648"/>
            <pc:sldLayoutMk cId="3453883237" sldId="2147483656"/>
          </pc:sldLayoutMkLst>
        </pc:sldLayoutChg>
        <pc:sldLayoutChg chg="modTransition">
          <pc:chgData name="Hölzl Yuri" userId="ed704ec8-48d8-44d8-9c82-9030307dae5b" providerId="ADAL" clId="{33A668E7-A7E8-4A85-ACC4-A72F7E8F2712}" dt="2025-05-28T16:07:42.141" v="1"/>
          <pc:sldLayoutMkLst>
            <pc:docMk/>
            <pc:sldMasterMk cId="594725491" sldId="2147483648"/>
            <pc:sldLayoutMk cId="2509888776" sldId="2147483657"/>
          </pc:sldLayoutMkLst>
        </pc:sldLayoutChg>
        <pc:sldLayoutChg chg="modTransition">
          <pc:chgData name="Hölzl Yuri" userId="ed704ec8-48d8-44d8-9c82-9030307dae5b" providerId="ADAL" clId="{33A668E7-A7E8-4A85-ACC4-A72F7E8F2712}" dt="2025-05-28T16:07:42.141" v="1"/>
          <pc:sldLayoutMkLst>
            <pc:docMk/>
            <pc:sldMasterMk cId="594725491" sldId="2147483648"/>
            <pc:sldLayoutMk cId="1699206799" sldId="2147483658"/>
          </pc:sldLayoutMkLst>
        </pc:sldLayoutChg>
        <pc:sldLayoutChg chg="modTransition">
          <pc:chgData name="Hölzl Yuri" userId="ed704ec8-48d8-44d8-9c82-9030307dae5b" providerId="ADAL" clId="{33A668E7-A7E8-4A85-ACC4-A72F7E8F2712}" dt="2025-05-28T16:07:42.141" v="1"/>
          <pc:sldLayoutMkLst>
            <pc:docMk/>
            <pc:sldMasterMk cId="594725491" sldId="2147483648"/>
            <pc:sldLayoutMk cId="2809958959" sldId="2147483659"/>
          </pc:sldLayoutMkLst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Formatvorlage des Untertitelmasters durch Klicken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B3054-B75A-4BD7-8B3E-8DC0F614FAF3}" type="datetimeFigureOut">
              <a:rPr lang="de-DE" smtClean="0"/>
              <a:t>28.05.2025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2006FE-6571-4354-8775-F8708372C22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4316692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B3054-B75A-4BD7-8B3E-8DC0F614FAF3}" type="datetimeFigureOut">
              <a:rPr lang="de-DE" smtClean="0"/>
              <a:t>28.05.2025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2006FE-6571-4354-8775-F8708372C22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3320058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B3054-B75A-4BD7-8B3E-8DC0F614FAF3}" type="datetimeFigureOut">
              <a:rPr lang="de-DE" smtClean="0"/>
              <a:t>28.05.2025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2006FE-6571-4354-8775-F8708372C22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3558564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B3054-B75A-4BD7-8B3E-8DC0F614FAF3}" type="datetimeFigureOut">
              <a:rPr lang="de-DE" smtClean="0"/>
              <a:t>28.05.2025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2006FE-6571-4354-8775-F8708372C22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4290175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B3054-B75A-4BD7-8B3E-8DC0F614FAF3}" type="datetimeFigureOut">
              <a:rPr lang="de-DE" smtClean="0"/>
              <a:t>28.05.2025</a:t>
            </a:fld>
            <a:endParaRPr lang="de-DE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2006FE-6571-4354-8775-F8708372C22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2408403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B3054-B75A-4BD7-8B3E-8DC0F614FAF3}" type="datetimeFigureOut">
              <a:rPr lang="de-DE" smtClean="0"/>
              <a:t>28.05.2025</a:t>
            </a:fld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2006FE-6571-4354-8775-F8708372C22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4020644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B3054-B75A-4BD7-8B3E-8DC0F614FAF3}" type="datetimeFigureOut">
              <a:rPr lang="de-DE" smtClean="0"/>
              <a:t>28.05.2025</a:t>
            </a:fld>
            <a:endParaRPr lang="de-DE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2006FE-6571-4354-8775-F8708372C22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8769283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B3054-B75A-4BD7-8B3E-8DC0F614FAF3}" type="datetimeFigureOut">
              <a:rPr lang="de-DE" smtClean="0"/>
              <a:t>28.05.2025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2006FE-6571-4354-8775-F8708372C22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5388323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B3054-B75A-4BD7-8B3E-8DC0F614FAF3}" type="datetimeFigureOut">
              <a:rPr lang="de-DE" smtClean="0"/>
              <a:t>28.05.2025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2006FE-6571-4354-8775-F8708372C22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0988877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B3054-B75A-4BD7-8B3E-8DC0F614FAF3}" type="datetimeFigureOut">
              <a:rPr lang="de-DE" smtClean="0"/>
              <a:t>28.05.2025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2006FE-6571-4354-8775-F8708372C22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9920679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B3054-B75A-4BD7-8B3E-8DC0F614FAF3}" type="datetimeFigureOut">
              <a:rPr lang="de-DE" smtClean="0"/>
              <a:t>28.05.2025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2006FE-6571-4354-8775-F8708372C22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0995895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3EB3054-B75A-4BD7-8B3E-8DC0F614FAF3}" type="datetimeFigureOut">
              <a:rPr lang="de-DE" smtClean="0"/>
              <a:t>28.05.2025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02006FE-6571-4354-8775-F8708372C22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947254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jpe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jpe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eg"/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eg"/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10" name="Grafik 9" descr="Ein Bild, das Text, Grafiken, Schrift, Design enthält.&#10;&#10;Beschreibung automatisch generiert.">
            <a:extLst>
              <a:ext uri="{FF2B5EF4-FFF2-40B4-BE49-F238E27FC236}">
                <a16:creationId xmlns:a16="http://schemas.microsoft.com/office/drawing/2014/main" id="{CDC26D34-263F-4179-0EAE-79E3A07D579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7537" b="26224"/>
          <a:stretch/>
        </p:blipFill>
        <p:spPr>
          <a:xfrm>
            <a:off x="0" y="2677"/>
            <a:ext cx="12192000" cy="6852646"/>
          </a:xfrm>
          <a:prstGeom prst="rect">
            <a:avLst/>
          </a:prstGeom>
        </p:spPr>
      </p:pic>
      <p:sp>
        <p:nvSpPr>
          <p:cNvPr id="11" name="Textfeld 10">
            <a:extLst>
              <a:ext uri="{FF2B5EF4-FFF2-40B4-BE49-F238E27FC236}">
                <a16:creationId xmlns:a16="http://schemas.microsoft.com/office/drawing/2014/main" id="{FF826011-8642-9770-D77F-04BE80A12DDD}"/>
              </a:ext>
            </a:extLst>
          </p:cNvPr>
          <p:cNvSpPr txBox="1"/>
          <p:nvPr/>
        </p:nvSpPr>
        <p:spPr>
          <a:xfrm>
            <a:off x="10953793" y="6466632"/>
            <a:ext cx="2743200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 sz="2000" dirty="0">
                <a:solidFill>
                  <a:schemeClr val="bg1"/>
                </a:solidFill>
                <a:latin typeface="Palatino Linotype"/>
              </a:rPr>
              <a:t>Von Yuri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635C2C27-96F6-F3C2-8E4F-CC7CA854ACEC}"/>
              </a:ext>
            </a:extLst>
          </p:cNvPr>
          <p:cNvSpPr txBox="1"/>
          <p:nvPr/>
        </p:nvSpPr>
        <p:spPr>
          <a:xfrm>
            <a:off x="0" y="-1"/>
            <a:ext cx="2743199" cy="58477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de-DE" sz="3200" b="1">
                <a:solidFill>
                  <a:schemeClr val="bg1"/>
                </a:solidFill>
              </a:rPr>
              <a:t>2023/24</a:t>
            </a:r>
            <a:endParaRPr lang="de-DE" sz="32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749988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870A1295-61BC-4214-AA3E-D396673024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DACCBBAA-0A3E-3029-A1C8-9922C78AEA3D}"/>
              </a:ext>
            </a:extLst>
          </p:cNvPr>
          <p:cNvSpPr txBox="1"/>
          <p:nvPr/>
        </p:nvSpPr>
        <p:spPr>
          <a:xfrm>
            <a:off x="804672" y="5116529"/>
            <a:ext cx="10592174" cy="1000655"/>
          </a:xfrm>
          <a:prstGeom prst="rect">
            <a:avLst/>
          </a:prstGeom>
        </p:spPr>
        <p:txBody>
          <a:bodyPr rot="0" spcFirstLastPara="0" vertOverflow="overflow" horzOverflow="overflow" vert="horz" lIns="91440" tIns="45720" rIns="91440" bIns="45720" numCol="1" spcCol="0" rtlCol="0" fromWordArt="0" anchor="t" anchorCtr="0" forceAA="0" compatLnSpc="1">
            <a:prstTxWarp prst="textNoShape">
              <a:avLst/>
            </a:prstTxWarp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000" b="1">
                <a:solidFill>
                  <a:schemeClr val="tx2"/>
                </a:solidFill>
                <a:latin typeface="+mj-lt"/>
                <a:ea typeface="+mj-ea"/>
                <a:cs typeface="+mj-cs"/>
              </a:rPr>
              <a:t>ADVENSKALENDER</a:t>
            </a:r>
            <a:endParaRPr lang="en-US" sz="4000">
              <a:solidFill>
                <a:schemeClr val="tx2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4" name="Grafik 3" descr="&quot;20231130_083754.jpg&quot; wird angezeigt.">
            <a:extLst>
              <a:ext uri="{FF2B5EF4-FFF2-40B4-BE49-F238E27FC236}">
                <a16:creationId xmlns:a16="http://schemas.microsoft.com/office/drawing/2014/main" id="{2B046013-D6F5-62A0-7043-C2241FE2863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rcRect b="6229"/>
          <a:stretch>
            <a:fillRect/>
          </a:stretch>
        </p:blipFill>
        <p:spPr>
          <a:xfrm>
            <a:off x="-1" y="10"/>
            <a:ext cx="12192001" cy="4201449"/>
          </a:xfrm>
          <a:prstGeom prst="rect">
            <a:avLst/>
          </a:prstGeom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0B139475-2B26-4CA9-9413-DE741E49F7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2941813"/>
            <a:ext cx="12188952" cy="1828800"/>
            <a:chOff x="-305" y="3144820"/>
            <a:chExt cx="9182100" cy="1551136"/>
          </a:xfrm>
        </p:grpSpPr>
        <p:sp useBgFill="1">
          <p:nvSpPr>
            <p:cNvPr id="13" name="Freeform: Shape 12">
              <a:extLst>
                <a:ext uri="{FF2B5EF4-FFF2-40B4-BE49-F238E27FC236}">
                  <a16:creationId xmlns:a16="http://schemas.microsoft.com/office/drawing/2014/main" id="{16C6BF63-6277-4C39-BE5D-3C341662CE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3676854"/>
              <a:ext cx="9182100" cy="1019102"/>
            </a:xfrm>
            <a:custGeom>
              <a:avLst/>
              <a:gdLst>
                <a:gd name="connsiteX0" fmla="*/ 0 w 9182100"/>
                <a:gd name="connsiteY0" fmla="*/ 1019102 h 1019102"/>
                <a:gd name="connsiteX1" fmla="*/ 9182100 w 9182100"/>
                <a:gd name="connsiteY1" fmla="*/ 1019102 h 1019102"/>
                <a:gd name="connsiteX2" fmla="*/ 9182100 w 9182100"/>
                <a:gd name="connsiteY2" fmla="*/ 273009 h 1019102"/>
                <a:gd name="connsiteX3" fmla="*/ 9065895 w 9182100"/>
                <a:gd name="connsiteY3" fmla="*/ 278343 h 1019102"/>
                <a:gd name="connsiteX4" fmla="*/ 8261890 w 9182100"/>
                <a:gd name="connsiteY4" fmla="*/ 257769 h 1019102"/>
                <a:gd name="connsiteX5" fmla="*/ 8038624 w 9182100"/>
                <a:gd name="connsiteY5" fmla="*/ 235956 h 1019102"/>
                <a:gd name="connsiteX6" fmla="*/ 7862221 w 9182100"/>
                <a:gd name="connsiteY6" fmla="*/ 213097 h 1019102"/>
                <a:gd name="connsiteX7" fmla="*/ 6238780 w 9182100"/>
                <a:gd name="connsiteY7" fmla="*/ 126419 h 1019102"/>
                <a:gd name="connsiteX8" fmla="*/ 5828729 w 9182100"/>
                <a:gd name="connsiteY8" fmla="*/ 142421 h 1019102"/>
                <a:gd name="connsiteX9" fmla="*/ 5227606 w 9182100"/>
                <a:gd name="connsiteY9" fmla="*/ 219764 h 1019102"/>
                <a:gd name="connsiteX10" fmla="*/ 4394359 w 9182100"/>
                <a:gd name="connsiteY10" fmla="*/ 190713 h 1019102"/>
                <a:gd name="connsiteX11" fmla="*/ 3789236 w 9182100"/>
                <a:gd name="connsiteY11" fmla="*/ 107655 h 1019102"/>
                <a:gd name="connsiteX12" fmla="*/ 3391567 w 9182100"/>
                <a:gd name="connsiteY12" fmla="*/ 30502 h 1019102"/>
                <a:gd name="connsiteX13" fmla="*/ 2180177 w 9182100"/>
                <a:gd name="connsiteY13" fmla="*/ 67745 h 1019102"/>
                <a:gd name="connsiteX14" fmla="*/ 1543336 w 9182100"/>
                <a:gd name="connsiteY14" fmla="*/ 209953 h 1019102"/>
                <a:gd name="connsiteX15" fmla="*/ 1276731 w 9182100"/>
                <a:gd name="connsiteY15" fmla="*/ 286439 h 1019102"/>
                <a:gd name="connsiteX16" fmla="*/ 441293 w 9182100"/>
                <a:gd name="connsiteY16" fmla="*/ 292345 h 1019102"/>
                <a:gd name="connsiteX17" fmla="*/ 0 w 9182100"/>
                <a:gd name="connsiteY17" fmla="*/ 135563 h 1019102"/>
                <a:gd name="connsiteX18" fmla="*/ 0 w 9182100"/>
                <a:gd name="connsiteY18" fmla="*/ 1019102 h 10191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9182100" h="1019102">
                  <a:moveTo>
                    <a:pt x="0" y="1019102"/>
                  </a:moveTo>
                  <a:lnTo>
                    <a:pt x="9182100" y="1019102"/>
                  </a:lnTo>
                  <a:lnTo>
                    <a:pt x="9182100" y="273009"/>
                  </a:lnTo>
                  <a:cubicBezTo>
                    <a:pt x="9143429" y="275485"/>
                    <a:pt x="9104662" y="277200"/>
                    <a:pt x="9065895" y="278343"/>
                  </a:cubicBezTo>
                  <a:cubicBezTo>
                    <a:pt x="8798243" y="285201"/>
                    <a:pt x="8529066" y="277009"/>
                    <a:pt x="8261890" y="257769"/>
                  </a:cubicBezTo>
                  <a:cubicBezTo>
                    <a:pt x="8187024" y="251863"/>
                    <a:pt x="8112443" y="245386"/>
                    <a:pt x="8038624" y="235956"/>
                  </a:cubicBezTo>
                  <a:cubicBezTo>
                    <a:pt x="7980140" y="228051"/>
                    <a:pt x="7920228" y="219002"/>
                    <a:pt x="7862221" y="213097"/>
                  </a:cubicBezTo>
                  <a:cubicBezTo>
                    <a:pt x="7322439" y="159280"/>
                    <a:pt x="6780943" y="130991"/>
                    <a:pt x="6238780" y="126419"/>
                  </a:cubicBezTo>
                  <a:cubicBezTo>
                    <a:pt x="6102477" y="126324"/>
                    <a:pt x="5964745" y="128800"/>
                    <a:pt x="5828729" y="142421"/>
                  </a:cubicBezTo>
                  <a:cubicBezTo>
                    <a:pt x="5624703" y="162328"/>
                    <a:pt x="5429441" y="202048"/>
                    <a:pt x="5227606" y="219764"/>
                  </a:cubicBezTo>
                  <a:cubicBezTo>
                    <a:pt x="4950238" y="245767"/>
                    <a:pt x="4670393" y="228527"/>
                    <a:pt x="4394359" y="190713"/>
                  </a:cubicBezTo>
                  <a:cubicBezTo>
                    <a:pt x="4193381" y="163090"/>
                    <a:pt x="3988880" y="147755"/>
                    <a:pt x="3789236" y="107655"/>
                  </a:cubicBezTo>
                  <a:cubicBezTo>
                    <a:pt x="3660743" y="85271"/>
                    <a:pt x="3520249" y="51648"/>
                    <a:pt x="3391567" y="30502"/>
                  </a:cubicBezTo>
                  <a:cubicBezTo>
                    <a:pt x="2990469" y="-28553"/>
                    <a:pt x="2579370" y="5928"/>
                    <a:pt x="2180177" y="67745"/>
                  </a:cubicBezTo>
                  <a:cubicBezTo>
                    <a:pt x="1965198" y="103273"/>
                    <a:pt x="1751648" y="146136"/>
                    <a:pt x="1543336" y="209953"/>
                  </a:cubicBezTo>
                  <a:cubicBezTo>
                    <a:pt x="1456087" y="238528"/>
                    <a:pt x="1365885" y="264627"/>
                    <a:pt x="1276731" y="286439"/>
                  </a:cubicBezTo>
                  <a:cubicBezTo>
                    <a:pt x="1001173" y="335398"/>
                    <a:pt x="716471" y="346923"/>
                    <a:pt x="441293" y="292345"/>
                  </a:cubicBezTo>
                  <a:cubicBezTo>
                    <a:pt x="285655" y="263198"/>
                    <a:pt x="143923" y="198237"/>
                    <a:pt x="0" y="135563"/>
                  </a:cubicBezTo>
                  <a:lnTo>
                    <a:pt x="0" y="1019102"/>
                  </a:lnTo>
                  <a:close/>
                </a:path>
              </a:pathLst>
            </a:custGeom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6EA3BAD9-C130-4A9C-9086-20D132A6CF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3144820"/>
              <a:ext cx="9182100" cy="932744"/>
            </a:xfrm>
            <a:custGeom>
              <a:avLst/>
              <a:gdLst>
                <a:gd name="connsiteX0" fmla="*/ 9182100 w 9182100"/>
                <a:gd name="connsiteY0" fmla="*/ 396420 h 932744"/>
                <a:gd name="connsiteX1" fmla="*/ 9103805 w 9182100"/>
                <a:gd name="connsiteY1" fmla="*/ 392229 h 932744"/>
                <a:gd name="connsiteX2" fmla="*/ 8712422 w 9182100"/>
                <a:gd name="connsiteY2" fmla="*/ 359749 h 932744"/>
                <a:gd name="connsiteX3" fmla="*/ 8322755 w 9182100"/>
                <a:gd name="connsiteY3" fmla="*/ 313362 h 932744"/>
                <a:gd name="connsiteX4" fmla="*/ 8134826 w 9182100"/>
                <a:gd name="connsiteY4" fmla="*/ 283930 h 932744"/>
                <a:gd name="connsiteX5" fmla="*/ 8090916 w 9182100"/>
                <a:gd name="connsiteY5" fmla="*/ 275643 h 932744"/>
                <a:gd name="connsiteX6" fmla="*/ 8069485 w 9182100"/>
                <a:gd name="connsiteY6" fmla="*/ 271262 h 932744"/>
                <a:gd name="connsiteX7" fmla="*/ 8041862 w 9182100"/>
                <a:gd name="connsiteY7" fmla="*/ 266595 h 932744"/>
                <a:gd name="connsiteX8" fmla="*/ 7986903 w 9182100"/>
                <a:gd name="connsiteY8" fmla="*/ 257546 h 932744"/>
                <a:gd name="connsiteX9" fmla="*/ 7934230 w 9182100"/>
                <a:gd name="connsiteY9" fmla="*/ 249640 h 932744"/>
                <a:gd name="connsiteX10" fmla="*/ 7727537 w 9182100"/>
                <a:gd name="connsiteY10" fmla="*/ 221922 h 932744"/>
                <a:gd name="connsiteX11" fmla="*/ 7625239 w 9182100"/>
                <a:gd name="connsiteY11" fmla="*/ 209730 h 932744"/>
                <a:gd name="connsiteX12" fmla="*/ 7523227 w 9182100"/>
                <a:gd name="connsiteY12" fmla="*/ 198110 h 932744"/>
                <a:gd name="connsiteX13" fmla="*/ 7115651 w 9182100"/>
                <a:gd name="connsiteY13" fmla="*/ 158010 h 932744"/>
                <a:gd name="connsiteX14" fmla="*/ 6706839 w 9182100"/>
                <a:gd name="connsiteY14" fmla="*/ 126958 h 932744"/>
                <a:gd name="connsiteX15" fmla="*/ 6604064 w 9182100"/>
                <a:gd name="connsiteY15" fmla="*/ 120862 h 932744"/>
                <a:gd name="connsiteX16" fmla="*/ 6501003 w 9182100"/>
                <a:gd name="connsiteY16" fmla="*/ 115338 h 932744"/>
                <a:gd name="connsiteX17" fmla="*/ 6397467 w 9182100"/>
                <a:gd name="connsiteY17" fmla="*/ 110385 h 932744"/>
                <a:gd name="connsiteX18" fmla="*/ 6293168 w 9182100"/>
                <a:gd name="connsiteY18" fmla="*/ 106860 h 932744"/>
                <a:gd name="connsiteX19" fmla="*/ 6079712 w 9182100"/>
                <a:gd name="connsiteY19" fmla="*/ 103908 h 932744"/>
                <a:gd name="connsiteX20" fmla="*/ 6024563 w 9182100"/>
                <a:gd name="connsiteY20" fmla="*/ 104479 h 932744"/>
                <a:gd name="connsiteX21" fmla="*/ 5968080 w 9182100"/>
                <a:gd name="connsiteY21" fmla="*/ 106479 h 932744"/>
                <a:gd name="connsiteX22" fmla="*/ 5855875 w 9182100"/>
                <a:gd name="connsiteY22" fmla="*/ 113242 h 932744"/>
                <a:gd name="connsiteX23" fmla="*/ 5439251 w 9182100"/>
                <a:gd name="connsiteY23" fmla="*/ 160105 h 932744"/>
                <a:gd name="connsiteX24" fmla="*/ 5075396 w 9182100"/>
                <a:gd name="connsiteY24" fmla="*/ 186585 h 932744"/>
                <a:gd name="connsiteX25" fmla="*/ 4712780 w 9182100"/>
                <a:gd name="connsiteY25" fmla="*/ 171249 h 932744"/>
                <a:gd name="connsiteX26" fmla="*/ 4666679 w 9182100"/>
                <a:gd name="connsiteY26" fmla="*/ 166773 h 932744"/>
                <a:gd name="connsiteX27" fmla="*/ 4620292 w 9182100"/>
                <a:gd name="connsiteY27" fmla="*/ 161629 h 932744"/>
                <a:gd name="connsiteX28" fmla="*/ 4573810 w 9182100"/>
                <a:gd name="connsiteY28" fmla="*/ 156009 h 932744"/>
                <a:gd name="connsiteX29" fmla="*/ 4550569 w 9182100"/>
                <a:gd name="connsiteY29" fmla="*/ 153057 h 932744"/>
                <a:gd name="connsiteX30" fmla="*/ 4538948 w 9182100"/>
                <a:gd name="connsiteY30" fmla="*/ 151628 h 932744"/>
                <a:gd name="connsiteX31" fmla="*/ 4526566 w 9182100"/>
                <a:gd name="connsiteY31" fmla="*/ 149913 h 932744"/>
                <a:gd name="connsiteX32" fmla="*/ 4327779 w 9182100"/>
                <a:gd name="connsiteY32" fmla="*/ 122862 h 932744"/>
                <a:gd name="connsiteX33" fmla="*/ 3929729 w 9182100"/>
                <a:gd name="connsiteY33" fmla="*/ 68189 h 932744"/>
                <a:gd name="connsiteX34" fmla="*/ 3729133 w 9182100"/>
                <a:gd name="connsiteY34" fmla="*/ 41900 h 932744"/>
                <a:gd name="connsiteX35" fmla="*/ 3628930 w 9182100"/>
                <a:gd name="connsiteY35" fmla="*/ 28946 h 932744"/>
                <a:gd name="connsiteX36" fmla="*/ 3573399 w 9182100"/>
                <a:gd name="connsiteY36" fmla="*/ 22278 h 932744"/>
                <a:gd name="connsiteX37" fmla="*/ 3516916 w 9182100"/>
                <a:gd name="connsiteY37" fmla="*/ 16468 h 932744"/>
                <a:gd name="connsiteX38" fmla="*/ 3074670 w 9182100"/>
                <a:gd name="connsiteY38" fmla="*/ 752 h 932744"/>
                <a:gd name="connsiteX39" fmla="*/ 2858738 w 9182100"/>
                <a:gd name="connsiteY39" fmla="*/ 8753 h 932744"/>
                <a:gd name="connsiteX40" fmla="*/ 2645474 w 9182100"/>
                <a:gd name="connsiteY40" fmla="*/ 25326 h 932744"/>
                <a:gd name="connsiteX41" fmla="*/ 1810798 w 9182100"/>
                <a:gd name="connsiteY41" fmla="*/ 158010 h 932744"/>
                <a:gd name="connsiteX42" fmla="*/ 1602772 w 9182100"/>
                <a:gd name="connsiteY42" fmla="*/ 208111 h 932744"/>
                <a:gd name="connsiteX43" fmla="*/ 1548860 w 9182100"/>
                <a:gd name="connsiteY43" fmla="*/ 222780 h 932744"/>
                <a:gd name="connsiteX44" fmla="*/ 1501331 w 9182100"/>
                <a:gd name="connsiteY44" fmla="*/ 236115 h 932744"/>
                <a:gd name="connsiteX45" fmla="*/ 1411224 w 9182100"/>
                <a:gd name="connsiteY45" fmla="*/ 260880 h 932744"/>
                <a:gd name="connsiteX46" fmla="*/ 1050893 w 9182100"/>
                <a:gd name="connsiteY46" fmla="*/ 338032 h 932744"/>
                <a:gd name="connsiteX47" fmla="*/ 871252 w 9182100"/>
                <a:gd name="connsiteY47" fmla="*/ 360511 h 932744"/>
                <a:gd name="connsiteX48" fmla="*/ 781812 w 9182100"/>
                <a:gd name="connsiteY48" fmla="*/ 366512 h 932744"/>
                <a:gd name="connsiteX49" fmla="*/ 692563 w 9182100"/>
                <a:gd name="connsiteY49" fmla="*/ 369655 h 932744"/>
                <a:gd name="connsiteX50" fmla="*/ 515017 w 9182100"/>
                <a:gd name="connsiteY50" fmla="*/ 363940 h 932744"/>
                <a:gd name="connsiteX51" fmla="*/ 337661 w 9182100"/>
                <a:gd name="connsiteY51" fmla="*/ 341937 h 932744"/>
                <a:gd name="connsiteX52" fmla="*/ 156972 w 9182100"/>
                <a:gd name="connsiteY52" fmla="*/ 303456 h 932744"/>
                <a:gd name="connsiteX53" fmla="*/ 0 w 9182100"/>
                <a:gd name="connsiteY53" fmla="*/ 261642 h 932744"/>
                <a:gd name="connsiteX54" fmla="*/ 0 w 9182100"/>
                <a:gd name="connsiteY54" fmla="*/ 713412 h 932744"/>
                <a:gd name="connsiteX55" fmla="*/ 9144 w 9182100"/>
                <a:gd name="connsiteY55" fmla="*/ 717699 h 932744"/>
                <a:gd name="connsiteX56" fmla="*/ 213360 w 9182100"/>
                <a:gd name="connsiteY56" fmla="*/ 801042 h 932744"/>
                <a:gd name="connsiteX57" fmla="*/ 653510 w 9182100"/>
                <a:gd name="connsiteY57" fmla="*/ 908199 h 932744"/>
                <a:gd name="connsiteX58" fmla="*/ 1101947 w 9182100"/>
                <a:gd name="connsiteY58" fmla="*/ 930773 h 932744"/>
                <a:gd name="connsiteX59" fmla="*/ 1540002 w 9182100"/>
                <a:gd name="connsiteY59" fmla="*/ 889434 h 932744"/>
                <a:gd name="connsiteX60" fmla="*/ 1647158 w 9182100"/>
                <a:gd name="connsiteY60" fmla="*/ 871242 h 932744"/>
                <a:gd name="connsiteX61" fmla="*/ 1698117 w 9182100"/>
                <a:gd name="connsiteY61" fmla="*/ 862193 h 932744"/>
                <a:gd name="connsiteX62" fmla="*/ 1742789 w 9182100"/>
                <a:gd name="connsiteY62" fmla="*/ 854668 h 932744"/>
                <a:gd name="connsiteX63" fmla="*/ 1931003 w 9182100"/>
                <a:gd name="connsiteY63" fmla="*/ 826950 h 932744"/>
                <a:gd name="connsiteX64" fmla="*/ 2314861 w 9182100"/>
                <a:gd name="connsiteY64" fmla="*/ 783897 h 932744"/>
                <a:gd name="connsiteX65" fmla="*/ 2506885 w 9182100"/>
                <a:gd name="connsiteY65" fmla="*/ 768086 h 932744"/>
                <a:gd name="connsiteX66" fmla="*/ 2602611 w 9182100"/>
                <a:gd name="connsiteY66" fmla="*/ 762085 h 932744"/>
                <a:gd name="connsiteX67" fmla="*/ 2698052 w 9182100"/>
                <a:gd name="connsiteY67" fmla="*/ 756846 h 932744"/>
                <a:gd name="connsiteX68" fmla="*/ 2887980 w 9182100"/>
                <a:gd name="connsiteY68" fmla="*/ 750846 h 932744"/>
                <a:gd name="connsiteX69" fmla="*/ 3075813 w 9182100"/>
                <a:gd name="connsiteY69" fmla="*/ 750179 h 932744"/>
                <a:gd name="connsiteX70" fmla="*/ 3168587 w 9182100"/>
                <a:gd name="connsiteY70" fmla="*/ 752751 h 932744"/>
                <a:gd name="connsiteX71" fmla="*/ 3260408 w 9182100"/>
                <a:gd name="connsiteY71" fmla="*/ 756656 h 932744"/>
                <a:gd name="connsiteX72" fmla="*/ 3440049 w 9182100"/>
                <a:gd name="connsiteY72" fmla="*/ 771610 h 932744"/>
                <a:gd name="connsiteX73" fmla="*/ 3483864 w 9182100"/>
                <a:gd name="connsiteY73" fmla="*/ 776849 h 932744"/>
                <a:gd name="connsiteX74" fmla="*/ 3528536 w 9182100"/>
                <a:gd name="connsiteY74" fmla="*/ 782469 h 932744"/>
                <a:gd name="connsiteX75" fmla="*/ 3628549 w 9182100"/>
                <a:gd name="connsiteY75" fmla="*/ 796089 h 932744"/>
                <a:gd name="connsiteX76" fmla="*/ 3828574 w 9182100"/>
                <a:gd name="connsiteY76" fmla="*/ 823140 h 932744"/>
                <a:gd name="connsiteX77" fmla="*/ 4231196 w 9182100"/>
                <a:gd name="connsiteY77" fmla="*/ 874099 h 932744"/>
                <a:gd name="connsiteX78" fmla="*/ 4433126 w 9182100"/>
                <a:gd name="connsiteY78" fmla="*/ 897435 h 932744"/>
                <a:gd name="connsiteX79" fmla="*/ 4485990 w 9182100"/>
                <a:gd name="connsiteY79" fmla="*/ 903246 h 932744"/>
                <a:gd name="connsiteX80" fmla="*/ 4539806 w 9182100"/>
                <a:gd name="connsiteY80" fmla="*/ 908961 h 932744"/>
                <a:gd name="connsiteX81" fmla="*/ 4593908 w 9182100"/>
                <a:gd name="connsiteY81" fmla="*/ 914199 h 932744"/>
                <a:gd name="connsiteX82" fmla="*/ 4648296 w 9182100"/>
                <a:gd name="connsiteY82" fmla="*/ 918771 h 932744"/>
                <a:gd name="connsiteX83" fmla="*/ 5092446 w 9182100"/>
                <a:gd name="connsiteY83" fmla="*/ 931154 h 932744"/>
                <a:gd name="connsiteX84" fmla="*/ 5533168 w 9182100"/>
                <a:gd name="connsiteY84" fmla="*/ 891816 h 932744"/>
                <a:gd name="connsiteX85" fmla="*/ 5918169 w 9182100"/>
                <a:gd name="connsiteY85" fmla="*/ 840666 h 932744"/>
                <a:gd name="connsiteX86" fmla="*/ 6007323 w 9182100"/>
                <a:gd name="connsiteY86" fmla="*/ 833237 h 932744"/>
                <a:gd name="connsiteX87" fmla="*/ 6051709 w 9182100"/>
                <a:gd name="connsiteY87" fmla="*/ 830570 h 932744"/>
                <a:gd name="connsiteX88" fmla="*/ 6097429 w 9182100"/>
                <a:gd name="connsiteY88" fmla="*/ 828379 h 932744"/>
                <a:gd name="connsiteX89" fmla="*/ 6287834 w 9182100"/>
                <a:gd name="connsiteY89" fmla="*/ 822569 h 932744"/>
                <a:gd name="connsiteX90" fmla="*/ 6681597 w 9182100"/>
                <a:gd name="connsiteY90" fmla="*/ 821235 h 932744"/>
                <a:gd name="connsiteX91" fmla="*/ 7079647 w 9182100"/>
                <a:gd name="connsiteY91" fmla="*/ 826569 h 932744"/>
                <a:gd name="connsiteX92" fmla="*/ 7478173 w 9182100"/>
                <a:gd name="connsiteY92" fmla="*/ 836094 h 932744"/>
                <a:gd name="connsiteX93" fmla="*/ 7871937 w 9182100"/>
                <a:gd name="connsiteY93" fmla="*/ 851430 h 932744"/>
                <a:gd name="connsiteX94" fmla="*/ 7919657 w 9182100"/>
                <a:gd name="connsiteY94" fmla="*/ 854097 h 932744"/>
                <a:gd name="connsiteX95" fmla="*/ 7964901 w 9182100"/>
                <a:gd name="connsiteY95" fmla="*/ 857240 h 932744"/>
                <a:gd name="connsiteX96" fmla="*/ 8015955 w 9182100"/>
                <a:gd name="connsiteY96" fmla="*/ 861050 h 932744"/>
                <a:gd name="connsiteX97" fmla="*/ 8072247 w 9182100"/>
                <a:gd name="connsiteY97" fmla="*/ 864384 h 932744"/>
                <a:gd name="connsiteX98" fmla="*/ 8286750 w 9182100"/>
                <a:gd name="connsiteY98" fmla="*/ 868384 h 932744"/>
                <a:gd name="connsiteX99" fmla="*/ 8704040 w 9182100"/>
                <a:gd name="connsiteY99" fmla="*/ 853716 h 932744"/>
                <a:gd name="connsiteX100" fmla="*/ 9120188 w 9182100"/>
                <a:gd name="connsiteY100" fmla="*/ 814092 h 932744"/>
                <a:gd name="connsiteX101" fmla="*/ 9181909 w 9182100"/>
                <a:gd name="connsiteY101" fmla="*/ 805519 h 932744"/>
                <a:gd name="connsiteX102" fmla="*/ 9181909 w 9182100"/>
                <a:gd name="connsiteY102" fmla="*/ 396420 h 9327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</a:cxnLst>
              <a:rect l="l" t="t" r="r" b="b"/>
              <a:pathLst>
                <a:path w="9182100" h="932744">
                  <a:moveTo>
                    <a:pt x="9182100" y="396420"/>
                  </a:moveTo>
                  <a:cubicBezTo>
                    <a:pt x="9156097" y="395182"/>
                    <a:pt x="9129999" y="393753"/>
                    <a:pt x="9103805" y="392229"/>
                  </a:cubicBezTo>
                  <a:cubicBezTo>
                    <a:pt x="8974169" y="384419"/>
                    <a:pt x="8843105" y="372989"/>
                    <a:pt x="8712422" y="359749"/>
                  </a:cubicBezTo>
                  <a:cubicBezTo>
                    <a:pt x="8581739" y="346319"/>
                    <a:pt x="8451056" y="331269"/>
                    <a:pt x="8322755" y="313362"/>
                  </a:cubicBezTo>
                  <a:cubicBezTo>
                    <a:pt x="8258747" y="304695"/>
                    <a:pt x="8195120" y="294979"/>
                    <a:pt x="8134826" y="283930"/>
                  </a:cubicBezTo>
                  <a:cubicBezTo>
                    <a:pt x="8119872" y="281168"/>
                    <a:pt x="8105013" y="278501"/>
                    <a:pt x="8090916" y="275643"/>
                  </a:cubicBezTo>
                  <a:lnTo>
                    <a:pt x="8069485" y="271262"/>
                  </a:lnTo>
                  <a:lnTo>
                    <a:pt x="8041862" y="266595"/>
                  </a:lnTo>
                  <a:cubicBezTo>
                    <a:pt x="8023574" y="263547"/>
                    <a:pt x="8004524" y="260213"/>
                    <a:pt x="7986903" y="257546"/>
                  </a:cubicBezTo>
                  <a:lnTo>
                    <a:pt x="7934230" y="249640"/>
                  </a:lnTo>
                  <a:cubicBezTo>
                    <a:pt x="7864221" y="239258"/>
                    <a:pt x="7795832" y="230209"/>
                    <a:pt x="7727537" y="221922"/>
                  </a:cubicBezTo>
                  <a:lnTo>
                    <a:pt x="7625239" y="209730"/>
                  </a:lnTo>
                  <a:lnTo>
                    <a:pt x="7523227" y="198110"/>
                  </a:lnTo>
                  <a:cubicBezTo>
                    <a:pt x="7387209" y="183060"/>
                    <a:pt x="7251573" y="170392"/>
                    <a:pt x="7115651" y="158010"/>
                  </a:cubicBezTo>
                  <a:cubicBezTo>
                    <a:pt x="6979730" y="146580"/>
                    <a:pt x="6843522" y="135721"/>
                    <a:pt x="6706839" y="126958"/>
                  </a:cubicBezTo>
                  <a:lnTo>
                    <a:pt x="6604064" y="120862"/>
                  </a:lnTo>
                  <a:cubicBezTo>
                    <a:pt x="6569869" y="118767"/>
                    <a:pt x="6535484" y="116862"/>
                    <a:pt x="6501003" y="115338"/>
                  </a:cubicBezTo>
                  <a:lnTo>
                    <a:pt x="6397467" y="110385"/>
                  </a:lnTo>
                  <a:lnTo>
                    <a:pt x="6293168" y="106860"/>
                  </a:lnTo>
                  <a:cubicBezTo>
                    <a:pt x="6222969" y="105146"/>
                    <a:pt x="6152769" y="103527"/>
                    <a:pt x="6079712" y="103908"/>
                  </a:cubicBezTo>
                  <a:cubicBezTo>
                    <a:pt x="6061710" y="103908"/>
                    <a:pt x="6043708" y="103812"/>
                    <a:pt x="6024563" y="104479"/>
                  </a:cubicBezTo>
                  <a:cubicBezTo>
                    <a:pt x="6005703" y="104955"/>
                    <a:pt x="5986844" y="105527"/>
                    <a:pt x="5968080" y="106479"/>
                  </a:cubicBezTo>
                  <a:cubicBezTo>
                    <a:pt x="5930456" y="108003"/>
                    <a:pt x="5893023" y="110385"/>
                    <a:pt x="5855875" y="113242"/>
                  </a:cubicBezTo>
                  <a:cubicBezTo>
                    <a:pt x="5706904" y="124577"/>
                    <a:pt x="5565934" y="145151"/>
                    <a:pt x="5439251" y="160105"/>
                  </a:cubicBezTo>
                  <a:cubicBezTo>
                    <a:pt x="5311902" y="175536"/>
                    <a:pt x="5194745" y="184680"/>
                    <a:pt x="5075396" y="186585"/>
                  </a:cubicBezTo>
                  <a:cubicBezTo>
                    <a:pt x="4956429" y="188490"/>
                    <a:pt x="4835748" y="182775"/>
                    <a:pt x="4712780" y="171249"/>
                  </a:cubicBezTo>
                  <a:lnTo>
                    <a:pt x="4666679" y="166773"/>
                  </a:lnTo>
                  <a:lnTo>
                    <a:pt x="4620292" y="161629"/>
                  </a:lnTo>
                  <a:cubicBezTo>
                    <a:pt x="4604862" y="160010"/>
                    <a:pt x="4589336" y="157914"/>
                    <a:pt x="4573810" y="156009"/>
                  </a:cubicBezTo>
                  <a:lnTo>
                    <a:pt x="4550569" y="153057"/>
                  </a:lnTo>
                  <a:lnTo>
                    <a:pt x="4538948" y="151628"/>
                  </a:lnTo>
                  <a:lnTo>
                    <a:pt x="4526566" y="149913"/>
                  </a:lnTo>
                  <a:lnTo>
                    <a:pt x="4327779" y="122862"/>
                  </a:lnTo>
                  <a:lnTo>
                    <a:pt x="3929729" y="68189"/>
                  </a:lnTo>
                  <a:lnTo>
                    <a:pt x="3729133" y="41900"/>
                  </a:lnTo>
                  <a:lnTo>
                    <a:pt x="3628930" y="28946"/>
                  </a:lnTo>
                  <a:lnTo>
                    <a:pt x="3573399" y="22278"/>
                  </a:lnTo>
                  <a:cubicBezTo>
                    <a:pt x="3554445" y="19992"/>
                    <a:pt x="3535585" y="17992"/>
                    <a:pt x="3516916" y="16468"/>
                  </a:cubicBezTo>
                  <a:cubicBezTo>
                    <a:pt x="3366611" y="2752"/>
                    <a:pt x="3219736" y="-2010"/>
                    <a:pt x="3074670" y="752"/>
                  </a:cubicBezTo>
                  <a:cubicBezTo>
                    <a:pt x="3002280" y="2181"/>
                    <a:pt x="2930176" y="4467"/>
                    <a:pt x="2858738" y="8753"/>
                  </a:cubicBezTo>
                  <a:cubicBezTo>
                    <a:pt x="2787206" y="13039"/>
                    <a:pt x="2716149" y="18754"/>
                    <a:pt x="2645474" y="25326"/>
                  </a:cubicBezTo>
                  <a:cubicBezTo>
                    <a:pt x="2362581" y="52473"/>
                    <a:pt x="2085975" y="97145"/>
                    <a:pt x="1810798" y="158010"/>
                  </a:cubicBezTo>
                  <a:cubicBezTo>
                    <a:pt x="1741837" y="173345"/>
                    <a:pt x="1673066" y="189442"/>
                    <a:pt x="1602772" y="208111"/>
                  </a:cubicBezTo>
                  <a:lnTo>
                    <a:pt x="1548860" y="222780"/>
                  </a:lnTo>
                  <a:lnTo>
                    <a:pt x="1501331" y="236115"/>
                  </a:lnTo>
                  <a:cubicBezTo>
                    <a:pt x="1471327" y="244497"/>
                    <a:pt x="1441228" y="253450"/>
                    <a:pt x="1411224" y="260880"/>
                  </a:cubicBezTo>
                  <a:cubicBezTo>
                    <a:pt x="1291209" y="293074"/>
                    <a:pt x="1170813" y="318982"/>
                    <a:pt x="1050893" y="338032"/>
                  </a:cubicBezTo>
                  <a:cubicBezTo>
                    <a:pt x="990790" y="347557"/>
                    <a:pt x="931069" y="354796"/>
                    <a:pt x="871252" y="360511"/>
                  </a:cubicBezTo>
                  <a:cubicBezTo>
                    <a:pt x="841438" y="362702"/>
                    <a:pt x="811530" y="365559"/>
                    <a:pt x="781812" y="366512"/>
                  </a:cubicBezTo>
                  <a:cubicBezTo>
                    <a:pt x="751904" y="368512"/>
                    <a:pt x="722376" y="368893"/>
                    <a:pt x="692563" y="369655"/>
                  </a:cubicBezTo>
                  <a:cubicBezTo>
                    <a:pt x="633222" y="370036"/>
                    <a:pt x="574167" y="368131"/>
                    <a:pt x="515017" y="363940"/>
                  </a:cubicBezTo>
                  <a:cubicBezTo>
                    <a:pt x="455867" y="359749"/>
                    <a:pt x="397097" y="351748"/>
                    <a:pt x="337661" y="341937"/>
                  </a:cubicBezTo>
                  <a:cubicBezTo>
                    <a:pt x="278225" y="331936"/>
                    <a:pt x="218599" y="318696"/>
                    <a:pt x="156972" y="303456"/>
                  </a:cubicBezTo>
                  <a:cubicBezTo>
                    <a:pt x="106680" y="290883"/>
                    <a:pt x="55150" y="276405"/>
                    <a:pt x="0" y="261642"/>
                  </a:cubicBezTo>
                  <a:lnTo>
                    <a:pt x="0" y="713412"/>
                  </a:lnTo>
                  <a:cubicBezTo>
                    <a:pt x="3048" y="714841"/>
                    <a:pt x="6096" y="716270"/>
                    <a:pt x="9144" y="717699"/>
                  </a:cubicBezTo>
                  <a:cubicBezTo>
                    <a:pt x="74295" y="747798"/>
                    <a:pt x="142875" y="775896"/>
                    <a:pt x="213360" y="801042"/>
                  </a:cubicBezTo>
                  <a:cubicBezTo>
                    <a:pt x="354521" y="851715"/>
                    <a:pt x="503873" y="887244"/>
                    <a:pt x="653510" y="908199"/>
                  </a:cubicBezTo>
                  <a:cubicBezTo>
                    <a:pt x="803338" y="928773"/>
                    <a:pt x="953929" y="935631"/>
                    <a:pt x="1101947" y="930773"/>
                  </a:cubicBezTo>
                  <a:cubicBezTo>
                    <a:pt x="1250252" y="926582"/>
                    <a:pt x="1396365" y="911437"/>
                    <a:pt x="1540002" y="889434"/>
                  </a:cubicBezTo>
                  <a:cubicBezTo>
                    <a:pt x="1576197" y="884386"/>
                    <a:pt x="1611535" y="877433"/>
                    <a:pt x="1647158" y="871242"/>
                  </a:cubicBezTo>
                  <a:lnTo>
                    <a:pt x="1698117" y="862193"/>
                  </a:lnTo>
                  <a:lnTo>
                    <a:pt x="1742789" y="854668"/>
                  </a:lnTo>
                  <a:cubicBezTo>
                    <a:pt x="1804035" y="845048"/>
                    <a:pt x="1867472" y="835428"/>
                    <a:pt x="1931003" y="826950"/>
                  </a:cubicBezTo>
                  <a:cubicBezTo>
                    <a:pt x="2058353" y="810282"/>
                    <a:pt x="2186750" y="795327"/>
                    <a:pt x="2314861" y="783897"/>
                  </a:cubicBezTo>
                  <a:cubicBezTo>
                    <a:pt x="2378964" y="778087"/>
                    <a:pt x="2442972" y="772467"/>
                    <a:pt x="2506885" y="768086"/>
                  </a:cubicBezTo>
                  <a:cubicBezTo>
                    <a:pt x="2538794" y="765990"/>
                    <a:pt x="2570798" y="763800"/>
                    <a:pt x="2602611" y="762085"/>
                  </a:cubicBezTo>
                  <a:cubicBezTo>
                    <a:pt x="2634520" y="760180"/>
                    <a:pt x="2666333" y="758370"/>
                    <a:pt x="2698052" y="756846"/>
                  </a:cubicBezTo>
                  <a:cubicBezTo>
                    <a:pt x="2761583" y="753894"/>
                    <a:pt x="2825020" y="751703"/>
                    <a:pt x="2887980" y="750846"/>
                  </a:cubicBezTo>
                  <a:cubicBezTo>
                    <a:pt x="2951036" y="749417"/>
                    <a:pt x="3013615" y="749322"/>
                    <a:pt x="3075813" y="750179"/>
                  </a:cubicBezTo>
                  <a:cubicBezTo>
                    <a:pt x="3106865" y="750846"/>
                    <a:pt x="3137916" y="751417"/>
                    <a:pt x="3168587" y="752751"/>
                  </a:cubicBezTo>
                  <a:cubicBezTo>
                    <a:pt x="3199448" y="753703"/>
                    <a:pt x="3229928" y="755227"/>
                    <a:pt x="3260408" y="756656"/>
                  </a:cubicBezTo>
                  <a:cubicBezTo>
                    <a:pt x="3320987" y="760466"/>
                    <a:pt x="3381470" y="764562"/>
                    <a:pt x="3440049" y="771610"/>
                  </a:cubicBezTo>
                  <a:cubicBezTo>
                    <a:pt x="3454908" y="773039"/>
                    <a:pt x="3469386" y="775039"/>
                    <a:pt x="3483864" y="776849"/>
                  </a:cubicBezTo>
                  <a:lnTo>
                    <a:pt x="3528536" y="782469"/>
                  </a:lnTo>
                  <a:lnTo>
                    <a:pt x="3628549" y="796089"/>
                  </a:lnTo>
                  <a:lnTo>
                    <a:pt x="3828574" y="823140"/>
                  </a:lnTo>
                  <a:cubicBezTo>
                    <a:pt x="3962019" y="840190"/>
                    <a:pt x="4095750" y="858573"/>
                    <a:pt x="4231196" y="874099"/>
                  </a:cubicBezTo>
                  <a:lnTo>
                    <a:pt x="4433126" y="897435"/>
                  </a:lnTo>
                  <a:lnTo>
                    <a:pt x="4485990" y="903246"/>
                  </a:lnTo>
                  <a:cubicBezTo>
                    <a:pt x="4503897" y="905151"/>
                    <a:pt x="4521708" y="907341"/>
                    <a:pt x="4539806" y="908961"/>
                  </a:cubicBezTo>
                  <a:lnTo>
                    <a:pt x="4593908" y="914199"/>
                  </a:lnTo>
                  <a:lnTo>
                    <a:pt x="4648296" y="918771"/>
                  </a:lnTo>
                  <a:cubicBezTo>
                    <a:pt x="4793456" y="930392"/>
                    <a:pt x="4942237" y="935631"/>
                    <a:pt x="5092446" y="931154"/>
                  </a:cubicBezTo>
                  <a:cubicBezTo>
                    <a:pt x="5242274" y="927249"/>
                    <a:pt x="5393627" y="911437"/>
                    <a:pt x="5533168" y="891816"/>
                  </a:cubicBezTo>
                  <a:cubicBezTo>
                    <a:pt x="5673471" y="872289"/>
                    <a:pt x="5798820" y="851906"/>
                    <a:pt x="5918169" y="840666"/>
                  </a:cubicBezTo>
                  <a:cubicBezTo>
                    <a:pt x="5948077" y="837809"/>
                    <a:pt x="5977795" y="835237"/>
                    <a:pt x="6007323" y="833237"/>
                  </a:cubicBezTo>
                  <a:cubicBezTo>
                    <a:pt x="6022086" y="832094"/>
                    <a:pt x="6036945" y="831332"/>
                    <a:pt x="6051709" y="830570"/>
                  </a:cubicBezTo>
                  <a:lnTo>
                    <a:pt x="6097429" y="828379"/>
                  </a:lnTo>
                  <a:cubicBezTo>
                    <a:pt x="6158960" y="825236"/>
                    <a:pt x="6223445" y="823807"/>
                    <a:pt x="6287834" y="822569"/>
                  </a:cubicBezTo>
                  <a:cubicBezTo>
                    <a:pt x="6417374" y="820664"/>
                    <a:pt x="6549485" y="820188"/>
                    <a:pt x="6681597" y="821235"/>
                  </a:cubicBezTo>
                  <a:cubicBezTo>
                    <a:pt x="6813899" y="822378"/>
                    <a:pt x="6946773" y="823617"/>
                    <a:pt x="7079647" y="826569"/>
                  </a:cubicBezTo>
                  <a:cubicBezTo>
                    <a:pt x="7212520" y="828951"/>
                    <a:pt x="7345585" y="831903"/>
                    <a:pt x="7478173" y="836094"/>
                  </a:cubicBezTo>
                  <a:cubicBezTo>
                    <a:pt x="7610475" y="839714"/>
                    <a:pt x="7743539" y="844953"/>
                    <a:pt x="7871937" y="851430"/>
                  </a:cubicBezTo>
                  <a:lnTo>
                    <a:pt x="7919657" y="854097"/>
                  </a:lnTo>
                  <a:cubicBezTo>
                    <a:pt x="7935564" y="854954"/>
                    <a:pt x="7949756" y="856192"/>
                    <a:pt x="7964901" y="857240"/>
                  </a:cubicBezTo>
                  <a:lnTo>
                    <a:pt x="8015955" y="861050"/>
                  </a:lnTo>
                  <a:cubicBezTo>
                    <a:pt x="8035195" y="862383"/>
                    <a:pt x="8053769" y="863622"/>
                    <a:pt x="8072247" y="864384"/>
                  </a:cubicBezTo>
                  <a:cubicBezTo>
                    <a:pt x="8145780" y="867527"/>
                    <a:pt x="8216456" y="868479"/>
                    <a:pt x="8286750" y="868384"/>
                  </a:cubicBezTo>
                  <a:cubicBezTo>
                    <a:pt x="8427148" y="867527"/>
                    <a:pt x="8565452" y="862574"/>
                    <a:pt x="8704040" y="853716"/>
                  </a:cubicBezTo>
                  <a:cubicBezTo>
                    <a:pt x="8842534" y="844762"/>
                    <a:pt x="8980741" y="832284"/>
                    <a:pt x="9120188" y="814092"/>
                  </a:cubicBezTo>
                  <a:cubicBezTo>
                    <a:pt x="9140761" y="811425"/>
                    <a:pt x="9161336" y="808567"/>
                    <a:pt x="9181909" y="805519"/>
                  </a:cubicBezTo>
                  <a:lnTo>
                    <a:pt x="9181909" y="396420"/>
                  </a:ln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587D38B-9E07-4A8B-B285-5FEBF6A60D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3580789"/>
              <a:ext cx="9182100" cy="544245"/>
            </a:xfrm>
            <a:custGeom>
              <a:avLst/>
              <a:gdLst>
                <a:gd name="connsiteX0" fmla="*/ 9182100 w 9182100"/>
                <a:gd name="connsiteY0" fmla="*/ 154189 h 544245"/>
                <a:gd name="connsiteX1" fmla="*/ 9047702 w 9182100"/>
                <a:gd name="connsiteY1" fmla="*/ 162762 h 544245"/>
                <a:gd name="connsiteX2" fmla="*/ 8652224 w 9182100"/>
                <a:gd name="connsiteY2" fmla="*/ 178287 h 544245"/>
                <a:gd name="connsiteX3" fmla="*/ 8255603 w 9182100"/>
                <a:gd name="connsiteY3" fmla="*/ 161047 h 544245"/>
                <a:gd name="connsiteX4" fmla="*/ 8060722 w 9182100"/>
                <a:gd name="connsiteY4" fmla="*/ 140854 h 544245"/>
                <a:gd name="connsiteX5" fmla="*/ 8013478 w 9182100"/>
                <a:gd name="connsiteY5" fmla="*/ 134187 h 544245"/>
                <a:gd name="connsiteX6" fmla="*/ 7990428 w 9182100"/>
                <a:gd name="connsiteY6" fmla="*/ 130567 h 544245"/>
                <a:gd name="connsiteX7" fmla="*/ 7964139 w 9182100"/>
                <a:gd name="connsiteY7" fmla="*/ 126853 h 544245"/>
                <a:gd name="connsiteX8" fmla="*/ 7911656 w 9182100"/>
                <a:gd name="connsiteY8" fmla="*/ 119518 h 544245"/>
                <a:gd name="connsiteX9" fmla="*/ 7860220 w 9182100"/>
                <a:gd name="connsiteY9" fmla="*/ 113232 h 544245"/>
                <a:gd name="connsiteX10" fmla="*/ 7453884 w 9182100"/>
                <a:gd name="connsiteY10" fmla="*/ 70369 h 544245"/>
                <a:gd name="connsiteX11" fmla="*/ 7048976 w 9182100"/>
                <a:gd name="connsiteY11" fmla="*/ 36556 h 544245"/>
                <a:gd name="connsiteX12" fmla="*/ 6846285 w 9182100"/>
                <a:gd name="connsiteY12" fmla="*/ 22649 h 544245"/>
                <a:gd name="connsiteX13" fmla="*/ 6643212 w 9182100"/>
                <a:gd name="connsiteY13" fmla="*/ 11600 h 544245"/>
                <a:gd name="connsiteX14" fmla="*/ 6541485 w 9182100"/>
                <a:gd name="connsiteY14" fmla="*/ 7314 h 544245"/>
                <a:gd name="connsiteX15" fmla="*/ 6439567 w 9182100"/>
                <a:gd name="connsiteY15" fmla="*/ 3885 h 544245"/>
                <a:gd name="connsiteX16" fmla="*/ 6337459 w 9182100"/>
                <a:gd name="connsiteY16" fmla="*/ 1313 h 544245"/>
                <a:gd name="connsiteX17" fmla="*/ 6234970 w 9182100"/>
                <a:gd name="connsiteY17" fmla="*/ 75 h 544245"/>
                <a:gd name="connsiteX18" fmla="*/ 6027802 w 9182100"/>
                <a:gd name="connsiteY18" fmla="*/ 2265 h 544245"/>
                <a:gd name="connsiteX19" fmla="*/ 5921978 w 9182100"/>
                <a:gd name="connsiteY19" fmla="*/ 6552 h 544245"/>
                <a:gd name="connsiteX20" fmla="*/ 5815965 w 9182100"/>
                <a:gd name="connsiteY20" fmla="*/ 14362 h 544245"/>
                <a:gd name="connsiteX21" fmla="*/ 5408390 w 9182100"/>
                <a:gd name="connsiteY21" fmla="*/ 67036 h 544245"/>
                <a:gd name="connsiteX22" fmla="*/ 5023866 w 9182100"/>
                <a:gd name="connsiteY22" fmla="*/ 103992 h 544245"/>
                <a:gd name="connsiteX23" fmla="*/ 4831556 w 9182100"/>
                <a:gd name="connsiteY23" fmla="*/ 106374 h 544245"/>
                <a:gd name="connsiteX24" fmla="*/ 4637723 w 9182100"/>
                <a:gd name="connsiteY24" fmla="*/ 98754 h 544245"/>
                <a:gd name="connsiteX25" fmla="*/ 4442460 w 9182100"/>
                <a:gd name="connsiteY25" fmla="*/ 83038 h 544245"/>
                <a:gd name="connsiteX26" fmla="*/ 4341686 w 9182100"/>
                <a:gd name="connsiteY26" fmla="*/ 77227 h 544245"/>
                <a:gd name="connsiteX27" fmla="*/ 4241006 w 9182100"/>
                <a:gd name="connsiteY27" fmla="*/ 71989 h 544245"/>
                <a:gd name="connsiteX28" fmla="*/ 3836956 w 9182100"/>
                <a:gd name="connsiteY28" fmla="*/ 54177 h 544245"/>
                <a:gd name="connsiteX29" fmla="*/ 3634549 w 9182100"/>
                <a:gd name="connsiteY29" fmla="*/ 45414 h 544245"/>
                <a:gd name="connsiteX30" fmla="*/ 3533394 w 9182100"/>
                <a:gd name="connsiteY30" fmla="*/ 40461 h 544245"/>
                <a:gd name="connsiteX31" fmla="*/ 3481959 w 9182100"/>
                <a:gd name="connsiteY31" fmla="*/ 37889 h 544245"/>
                <a:gd name="connsiteX32" fmla="*/ 3430238 w 9182100"/>
                <a:gd name="connsiteY32" fmla="*/ 35889 h 544245"/>
                <a:gd name="connsiteX33" fmla="*/ 3020473 w 9182100"/>
                <a:gd name="connsiteY33" fmla="*/ 37603 h 544245"/>
                <a:gd name="connsiteX34" fmla="*/ 2614422 w 9182100"/>
                <a:gd name="connsiteY34" fmla="*/ 56844 h 544245"/>
                <a:gd name="connsiteX35" fmla="*/ 2208657 w 9182100"/>
                <a:gd name="connsiteY35" fmla="*/ 81609 h 544245"/>
                <a:gd name="connsiteX36" fmla="*/ 1800606 w 9182100"/>
                <a:gd name="connsiteY36" fmla="*/ 107612 h 544245"/>
                <a:gd name="connsiteX37" fmla="*/ 1594676 w 9182100"/>
                <a:gd name="connsiteY37" fmla="*/ 124948 h 544245"/>
                <a:gd name="connsiteX38" fmla="*/ 1491996 w 9182100"/>
                <a:gd name="connsiteY38" fmla="*/ 136568 h 544245"/>
                <a:gd name="connsiteX39" fmla="*/ 1442942 w 9182100"/>
                <a:gd name="connsiteY39" fmla="*/ 141902 h 544245"/>
                <a:gd name="connsiteX40" fmla="*/ 1418463 w 9182100"/>
                <a:gd name="connsiteY40" fmla="*/ 144664 h 544245"/>
                <a:gd name="connsiteX41" fmla="*/ 1393984 w 9182100"/>
                <a:gd name="connsiteY41" fmla="*/ 146855 h 544245"/>
                <a:gd name="connsiteX42" fmla="*/ 1006697 w 9182100"/>
                <a:gd name="connsiteY42" fmla="*/ 169810 h 544245"/>
                <a:gd name="connsiteX43" fmla="*/ 816864 w 9182100"/>
                <a:gd name="connsiteY43" fmla="*/ 170953 h 544245"/>
                <a:gd name="connsiteX44" fmla="*/ 769906 w 9182100"/>
                <a:gd name="connsiteY44" fmla="*/ 169715 h 544245"/>
                <a:gd name="connsiteX45" fmla="*/ 723043 w 9182100"/>
                <a:gd name="connsiteY45" fmla="*/ 168096 h 544245"/>
                <a:gd name="connsiteX46" fmla="*/ 676370 w 9182100"/>
                <a:gd name="connsiteY46" fmla="*/ 166286 h 544245"/>
                <a:gd name="connsiteX47" fmla="*/ 629888 w 9182100"/>
                <a:gd name="connsiteY47" fmla="*/ 163333 h 544245"/>
                <a:gd name="connsiteX48" fmla="*/ 445484 w 9182100"/>
                <a:gd name="connsiteY48" fmla="*/ 146093 h 544245"/>
                <a:gd name="connsiteX49" fmla="*/ 263366 w 9182100"/>
                <a:gd name="connsiteY49" fmla="*/ 115232 h 544245"/>
                <a:gd name="connsiteX50" fmla="*/ 81439 w 9182100"/>
                <a:gd name="connsiteY50" fmla="*/ 70369 h 544245"/>
                <a:gd name="connsiteX51" fmla="*/ 35338 w 9182100"/>
                <a:gd name="connsiteY51" fmla="*/ 57034 h 544245"/>
                <a:gd name="connsiteX52" fmla="*/ 0 w 9182100"/>
                <a:gd name="connsiteY52" fmla="*/ 46652 h 544245"/>
                <a:gd name="connsiteX53" fmla="*/ 0 w 9182100"/>
                <a:gd name="connsiteY53" fmla="*/ 426795 h 544245"/>
                <a:gd name="connsiteX54" fmla="*/ 178594 w 9182100"/>
                <a:gd name="connsiteY54" fmla="*/ 479658 h 544245"/>
                <a:gd name="connsiteX55" fmla="*/ 610457 w 9182100"/>
                <a:gd name="connsiteY55" fmla="*/ 542619 h 544245"/>
                <a:gd name="connsiteX56" fmla="*/ 826865 w 9182100"/>
                <a:gd name="connsiteY56" fmla="*/ 539666 h 544245"/>
                <a:gd name="connsiteX57" fmla="*/ 1039654 w 9182100"/>
                <a:gd name="connsiteY57" fmla="*/ 515187 h 544245"/>
                <a:gd name="connsiteX58" fmla="*/ 1449705 w 9182100"/>
                <a:gd name="connsiteY58" fmla="*/ 415270 h 544245"/>
                <a:gd name="connsiteX59" fmla="*/ 1548765 w 9182100"/>
                <a:gd name="connsiteY59" fmla="*/ 382123 h 544245"/>
                <a:gd name="connsiteX60" fmla="*/ 1642872 w 9182100"/>
                <a:gd name="connsiteY60" fmla="*/ 349261 h 544245"/>
                <a:gd name="connsiteX61" fmla="*/ 1832991 w 9182100"/>
                <a:gd name="connsiteY61" fmla="*/ 289158 h 544245"/>
                <a:gd name="connsiteX62" fmla="*/ 2222754 w 9182100"/>
                <a:gd name="connsiteY62" fmla="*/ 193623 h 544245"/>
                <a:gd name="connsiteX63" fmla="*/ 2620137 w 9182100"/>
                <a:gd name="connsiteY63" fmla="*/ 138378 h 544245"/>
                <a:gd name="connsiteX64" fmla="*/ 3020473 w 9182100"/>
                <a:gd name="connsiteY64" fmla="*/ 127234 h 544245"/>
                <a:gd name="connsiteX65" fmla="*/ 3219736 w 9182100"/>
                <a:gd name="connsiteY65" fmla="*/ 139807 h 544245"/>
                <a:gd name="connsiteX66" fmla="*/ 3318605 w 9182100"/>
                <a:gd name="connsiteY66" fmla="*/ 151713 h 544245"/>
                <a:gd name="connsiteX67" fmla="*/ 3367754 w 9182100"/>
                <a:gd name="connsiteY67" fmla="*/ 158666 h 544245"/>
                <a:gd name="connsiteX68" fmla="*/ 3416618 w 9182100"/>
                <a:gd name="connsiteY68" fmla="*/ 166858 h 544245"/>
                <a:gd name="connsiteX69" fmla="*/ 3465195 w 9182100"/>
                <a:gd name="connsiteY69" fmla="*/ 176097 h 544245"/>
                <a:gd name="connsiteX70" fmla="*/ 3513868 w 9182100"/>
                <a:gd name="connsiteY70" fmla="*/ 185908 h 544245"/>
                <a:gd name="connsiteX71" fmla="*/ 3612737 w 9182100"/>
                <a:gd name="connsiteY71" fmla="*/ 207625 h 544245"/>
                <a:gd name="connsiteX72" fmla="*/ 3810381 w 9182100"/>
                <a:gd name="connsiteY72" fmla="*/ 252106 h 544245"/>
                <a:gd name="connsiteX73" fmla="*/ 4206621 w 9182100"/>
                <a:gd name="connsiteY73" fmla="*/ 339736 h 544245"/>
                <a:gd name="connsiteX74" fmla="*/ 4306062 w 9182100"/>
                <a:gd name="connsiteY74" fmla="*/ 359834 h 544245"/>
                <a:gd name="connsiteX75" fmla="*/ 4405503 w 9182100"/>
                <a:gd name="connsiteY75" fmla="*/ 378979 h 544245"/>
                <a:gd name="connsiteX76" fmla="*/ 4611529 w 9182100"/>
                <a:gd name="connsiteY76" fmla="*/ 405745 h 544245"/>
                <a:gd name="connsiteX77" fmla="*/ 5031677 w 9182100"/>
                <a:gd name="connsiteY77" fmla="*/ 427462 h 544245"/>
                <a:gd name="connsiteX78" fmla="*/ 5243227 w 9182100"/>
                <a:gd name="connsiteY78" fmla="*/ 418699 h 544245"/>
                <a:gd name="connsiteX79" fmla="*/ 5451062 w 9182100"/>
                <a:gd name="connsiteY79" fmla="*/ 398029 h 544245"/>
                <a:gd name="connsiteX80" fmla="*/ 5844635 w 9182100"/>
                <a:gd name="connsiteY80" fmla="*/ 353071 h 544245"/>
                <a:gd name="connsiteX81" fmla="*/ 5939981 w 9182100"/>
                <a:gd name="connsiteY81" fmla="*/ 346975 h 544245"/>
                <a:gd name="connsiteX82" fmla="*/ 6035898 w 9182100"/>
                <a:gd name="connsiteY82" fmla="*/ 344118 h 544245"/>
                <a:gd name="connsiteX83" fmla="*/ 6232303 w 9182100"/>
                <a:gd name="connsiteY83" fmla="*/ 343642 h 544245"/>
                <a:gd name="connsiteX84" fmla="*/ 6630924 w 9182100"/>
                <a:gd name="connsiteY84" fmla="*/ 351071 h 544245"/>
                <a:gd name="connsiteX85" fmla="*/ 6831140 w 9182100"/>
                <a:gd name="connsiteY85" fmla="*/ 356596 h 544245"/>
                <a:gd name="connsiteX86" fmla="*/ 7031545 w 9182100"/>
                <a:gd name="connsiteY86" fmla="*/ 362501 h 544245"/>
                <a:gd name="connsiteX87" fmla="*/ 7432262 w 9182100"/>
                <a:gd name="connsiteY87" fmla="*/ 378408 h 544245"/>
                <a:gd name="connsiteX88" fmla="*/ 7830312 w 9182100"/>
                <a:gd name="connsiteY88" fmla="*/ 402506 h 544245"/>
                <a:gd name="connsiteX89" fmla="*/ 7879270 w 9182100"/>
                <a:gd name="connsiteY89" fmla="*/ 406792 h 544245"/>
                <a:gd name="connsiteX90" fmla="*/ 7926895 w 9182100"/>
                <a:gd name="connsiteY90" fmla="*/ 411745 h 544245"/>
                <a:gd name="connsiteX91" fmla="*/ 7977569 w 9182100"/>
                <a:gd name="connsiteY91" fmla="*/ 417175 h 544245"/>
                <a:gd name="connsiteX92" fmla="*/ 8030623 w 9182100"/>
                <a:gd name="connsiteY92" fmla="*/ 422127 h 544245"/>
                <a:gd name="connsiteX93" fmla="*/ 8237982 w 9182100"/>
                <a:gd name="connsiteY93" fmla="*/ 435177 h 544245"/>
                <a:gd name="connsiteX94" fmla="*/ 8647748 w 9182100"/>
                <a:gd name="connsiteY94" fmla="*/ 449464 h 544245"/>
                <a:gd name="connsiteX95" fmla="*/ 8852821 w 9182100"/>
                <a:gd name="connsiteY95" fmla="*/ 456132 h 544245"/>
                <a:gd name="connsiteX96" fmla="*/ 8955786 w 9182100"/>
                <a:gd name="connsiteY96" fmla="*/ 458132 h 544245"/>
                <a:gd name="connsiteX97" fmla="*/ 9059227 w 9182100"/>
                <a:gd name="connsiteY97" fmla="*/ 457751 h 544245"/>
                <a:gd name="connsiteX98" fmla="*/ 9182005 w 9182100"/>
                <a:gd name="connsiteY98" fmla="*/ 452512 h 544245"/>
                <a:gd name="connsiteX99" fmla="*/ 9182005 w 9182100"/>
                <a:gd name="connsiteY99" fmla="*/ 154189 h 5442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</a:cxnLst>
              <a:rect l="l" t="t" r="r" b="b"/>
              <a:pathLst>
                <a:path w="9182100" h="544245">
                  <a:moveTo>
                    <a:pt x="9182100" y="154189"/>
                  </a:moveTo>
                  <a:cubicBezTo>
                    <a:pt x="9137618" y="157142"/>
                    <a:pt x="9092851" y="159904"/>
                    <a:pt x="9047702" y="162762"/>
                  </a:cubicBezTo>
                  <a:cubicBezTo>
                    <a:pt x="8917114" y="170668"/>
                    <a:pt x="8784717" y="178002"/>
                    <a:pt x="8652224" y="178287"/>
                  </a:cubicBezTo>
                  <a:cubicBezTo>
                    <a:pt x="8519732" y="178764"/>
                    <a:pt x="8387049" y="171239"/>
                    <a:pt x="8255603" y="161047"/>
                  </a:cubicBezTo>
                  <a:cubicBezTo>
                    <a:pt x="8189881" y="155904"/>
                    <a:pt x="8124539" y="149236"/>
                    <a:pt x="8060722" y="140854"/>
                  </a:cubicBezTo>
                  <a:cubicBezTo>
                    <a:pt x="8044815" y="138759"/>
                    <a:pt x="8029099" y="136473"/>
                    <a:pt x="8013478" y="134187"/>
                  </a:cubicBezTo>
                  <a:lnTo>
                    <a:pt x="7990428" y="130567"/>
                  </a:lnTo>
                  <a:lnTo>
                    <a:pt x="7964139" y="126853"/>
                  </a:lnTo>
                  <a:cubicBezTo>
                    <a:pt x="7946708" y="124376"/>
                    <a:pt x="7928896" y="121709"/>
                    <a:pt x="7911656" y="119518"/>
                  </a:cubicBezTo>
                  <a:lnTo>
                    <a:pt x="7860220" y="113232"/>
                  </a:lnTo>
                  <a:cubicBezTo>
                    <a:pt x="7723728" y="96277"/>
                    <a:pt x="7589044" y="83038"/>
                    <a:pt x="7453884" y="70369"/>
                  </a:cubicBezTo>
                  <a:cubicBezTo>
                    <a:pt x="7318915" y="57701"/>
                    <a:pt x="7184041" y="46366"/>
                    <a:pt x="7048976" y="36556"/>
                  </a:cubicBezTo>
                  <a:cubicBezTo>
                    <a:pt x="6981444" y="31793"/>
                    <a:pt x="6913912" y="26840"/>
                    <a:pt x="6846285" y="22649"/>
                  </a:cubicBezTo>
                  <a:cubicBezTo>
                    <a:pt x="6778657" y="18553"/>
                    <a:pt x="6710934" y="14934"/>
                    <a:pt x="6643212" y="11600"/>
                  </a:cubicBezTo>
                  <a:lnTo>
                    <a:pt x="6541485" y="7314"/>
                  </a:lnTo>
                  <a:cubicBezTo>
                    <a:pt x="6507576" y="5790"/>
                    <a:pt x="6473667" y="4647"/>
                    <a:pt x="6439567" y="3885"/>
                  </a:cubicBezTo>
                  <a:lnTo>
                    <a:pt x="6337459" y="1313"/>
                  </a:lnTo>
                  <a:lnTo>
                    <a:pt x="6234970" y="75"/>
                  </a:lnTo>
                  <a:cubicBezTo>
                    <a:pt x="6166295" y="-116"/>
                    <a:pt x="6097715" y="-116"/>
                    <a:pt x="6027802" y="2265"/>
                  </a:cubicBezTo>
                  <a:cubicBezTo>
                    <a:pt x="5993320" y="3123"/>
                    <a:pt x="5957412" y="4456"/>
                    <a:pt x="5921978" y="6552"/>
                  </a:cubicBezTo>
                  <a:cubicBezTo>
                    <a:pt x="5886546" y="8552"/>
                    <a:pt x="5851112" y="11124"/>
                    <a:pt x="5815965" y="14362"/>
                  </a:cubicBezTo>
                  <a:cubicBezTo>
                    <a:pt x="5674995" y="27126"/>
                    <a:pt x="5538597" y="48938"/>
                    <a:pt x="5408390" y="67036"/>
                  </a:cubicBezTo>
                  <a:cubicBezTo>
                    <a:pt x="5277993" y="85514"/>
                    <a:pt x="5151692" y="99039"/>
                    <a:pt x="5023866" y="103992"/>
                  </a:cubicBezTo>
                  <a:cubicBezTo>
                    <a:pt x="4960049" y="106660"/>
                    <a:pt x="4895946" y="107231"/>
                    <a:pt x="4831556" y="106374"/>
                  </a:cubicBezTo>
                  <a:cubicBezTo>
                    <a:pt x="4767167" y="105231"/>
                    <a:pt x="4702588" y="102468"/>
                    <a:pt x="4637723" y="98754"/>
                  </a:cubicBezTo>
                  <a:cubicBezTo>
                    <a:pt x="4572762" y="95230"/>
                    <a:pt x="4507992" y="88848"/>
                    <a:pt x="4442460" y="83038"/>
                  </a:cubicBezTo>
                  <a:cubicBezTo>
                    <a:pt x="4408837" y="80752"/>
                    <a:pt x="4375214" y="79228"/>
                    <a:pt x="4341686" y="77227"/>
                  </a:cubicBezTo>
                  <a:cubicBezTo>
                    <a:pt x="4308158" y="75227"/>
                    <a:pt x="4274534" y="73417"/>
                    <a:pt x="4241006" y="71989"/>
                  </a:cubicBezTo>
                  <a:cubicBezTo>
                    <a:pt x="4106895" y="65131"/>
                    <a:pt x="3971925" y="59797"/>
                    <a:pt x="3836956" y="54177"/>
                  </a:cubicBezTo>
                  <a:lnTo>
                    <a:pt x="3634549" y="45414"/>
                  </a:lnTo>
                  <a:lnTo>
                    <a:pt x="3533394" y="40461"/>
                  </a:lnTo>
                  <a:lnTo>
                    <a:pt x="3481959" y="37889"/>
                  </a:lnTo>
                  <a:cubicBezTo>
                    <a:pt x="3464719" y="37127"/>
                    <a:pt x="3447479" y="36079"/>
                    <a:pt x="3430238" y="35889"/>
                  </a:cubicBezTo>
                  <a:cubicBezTo>
                    <a:pt x="3292602" y="31126"/>
                    <a:pt x="3156299" y="33603"/>
                    <a:pt x="3020473" y="37603"/>
                  </a:cubicBezTo>
                  <a:cubicBezTo>
                    <a:pt x="2884741" y="41985"/>
                    <a:pt x="2749487" y="48843"/>
                    <a:pt x="2614422" y="56844"/>
                  </a:cubicBezTo>
                  <a:lnTo>
                    <a:pt x="2208657" y="81609"/>
                  </a:lnTo>
                  <a:cubicBezTo>
                    <a:pt x="2073116" y="89991"/>
                    <a:pt x="1937195" y="97515"/>
                    <a:pt x="1800606" y="107612"/>
                  </a:cubicBezTo>
                  <a:cubicBezTo>
                    <a:pt x="1732217" y="112184"/>
                    <a:pt x="1663827" y="117804"/>
                    <a:pt x="1594676" y="124948"/>
                  </a:cubicBezTo>
                  <a:lnTo>
                    <a:pt x="1491996" y="136568"/>
                  </a:lnTo>
                  <a:lnTo>
                    <a:pt x="1442942" y="141902"/>
                  </a:lnTo>
                  <a:lnTo>
                    <a:pt x="1418463" y="144664"/>
                  </a:lnTo>
                  <a:lnTo>
                    <a:pt x="1393984" y="146855"/>
                  </a:lnTo>
                  <a:cubicBezTo>
                    <a:pt x="1263491" y="159142"/>
                    <a:pt x="1134142" y="166667"/>
                    <a:pt x="1006697" y="169810"/>
                  </a:cubicBezTo>
                  <a:cubicBezTo>
                    <a:pt x="942975" y="172001"/>
                    <a:pt x="879729" y="171239"/>
                    <a:pt x="816864" y="170953"/>
                  </a:cubicBezTo>
                  <a:lnTo>
                    <a:pt x="769906" y="169715"/>
                  </a:lnTo>
                  <a:cubicBezTo>
                    <a:pt x="754285" y="169525"/>
                    <a:pt x="738569" y="169048"/>
                    <a:pt x="723043" y="168096"/>
                  </a:cubicBezTo>
                  <a:lnTo>
                    <a:pt x="676370" y="166286"/>
                  </a:lnTo>
                  <a:cubicBezTo>
                    <a:pt x="660845" y="165238"/>
                    <a:pt x="645414" y="164095"/>
                    <a:pt x="629888" y="163333"/>
                  </a:cubicBezTo>
                  <a:cubicBezTo>
                    <a:pt x="568071" y="159047"/>
                    <a:pt x="506540" y="154094"/>
                    <a:pt x="445484" y="146093"/>
                  </a:cubicBezTo>
                  <a:cubicBezTo>
                    <a:pt x="384524" y="137997"/>
                    <a:pt x="323850" y="128091"/>
                    <a:pt x="263366" y="115232"/>
                  </a:cubicBezTo>
                  <a:cubicBezTo>
                    <a:pt x="202787" y="102850"/>
                    <a:pt x="142589" y="87419"/>
                    <a:pt x="81439" y="70369"/>
                  </a:cubicBezTo>
                  <a:cubicBezTo>
                    <a:pt x="66199" y="66178"/>
                    <a:pt x="50864" y="61702"/>
                    <a:pt x="35338" y="57034"/>
                  </a:cubicBezTo>
                  <a:lnTo>
                    <a:pt x="0" y="46652"/>
                  </a:lnTo>
                  <a:lnTo>
                    <a:pt x="0" y="426795"/>
                  </a:lnTo>
                  <a:cubicBezTo>
                    <a:pt x="58198" y="446416"/>
                    <a:pt x="117920" y="464323"/>
                    <a:pt x="178594" y="479658"/>
                  </a:cubicBezTo>
                  <a:cubicBezTo>
                    <a:pt x="319850" y="514901"/>
                    <a:pt x="465582" y="537094"/>
                    <a:pt x="610457" y="542619"/>
                  </a:cubicBezTo>
                  <a:cubicBezTo>
                    <a:pt x="682943" y="545953"/>
                    <a:pt x="755142" y="543762"/>
                    <a:pt x="826865" y="539666"/>
                  </a:cubicBezTo>
                  <a:cubicBezTo>
                    <a:pt x="898398" y="534523"/>
                    <a:pt x="969645" y="526903"/>
                    <a:pt x="1039654" y="515187"/>
                  </a:cubicBezTo>
                  <a:cubicBezTo>
                    <a:pt x="1180052" y="492517"/>
                    <a:pt x="1316736" y="457751"/>
                    <a:pt x="1449705" y="415270"/>
                  </a:cubicBezTo>
                  <a:cubicBezTo>
                    <a:pt x="1483138" y="405364"/>
                    <a:pt x="1515809" y="393172"/>
                    <a:pt x="1548765" y="382123"/>
                  </a:cubicBezTo>
                  <a:lnTo>
                    <a:pt x="1642872" y="349261"/>
                  </a:lnTo>
                  <a:cubicBezTo>
                    <a:pt x="1705261" y="328211"/>
                    <a:pt x="1768983" y="308208"/>
                    <a:pt x="1832991" y="289158"/>
                  </a:cubicBezTo>
                  <a:cubicBezTo>
                    <a:pt x="1961198" y="251821"/>
                    <a:pt x="2091404" y="219435"/>
                    <a:pt x="2222754" y="193623"/>
                  </a:cubicBezTo>
                  <a:cubicBezTo>
                    <a:pt x="2354199" y="168382"/>
                    <a:pt x="2486882" y="149332"/>
                    <a:pt x="2620137" y="138378"/>
                  </a:cubicBezTo>
                  <a:cubicBezTo>
                    <a:pt x="2753392" y="127424"/>
                    <a:pt x="2887123" y="122947"/>
                    <a:pt x="3020473" y="127234"/>
                  </a:cubicBezTo>
                  <a:cubicBezTo>
                    <a:pt x="3087148" y="129043"/>
                    <a:pt x="3153632" y="133711"/>
                    <a:pt x="3219736" y="139807"/>
                  </a:cubicBezTo>
                  <a:cubicBezTo>
                    <a:pt x="3252788" y="143426"/>
                    <a:pt x="3285839" y="146760"/>
                    <a:pt x="3318605" y="151713"/>
                  </a:cubicBezTo>
                  <a:lnTo>
                    <a:pt x="3367754" y="158666"/>
                  </a:lnTo>
                  <a:cubicBezTo>
                    <a:pt x="3384042" y="161238"/>
                    <a:pt x="3400330" y="164000"/>
                    <a:pt x="3416618" y="166858"/>
                  </a:cubicBezTo>
                  <a:cubicBezTo>
                    <a:pt x="3432905" y="169525"/>
                    <a:pt x="3449003" y="172954"/>
                    <a:pt x="3465195" y="176097"/>
                  </a:cubicBezTo>
                  <a:cubicBezTo>
                    <a:pt x="3481483" y="179431"/>
                    <a:pt x="3497199" y="182288"/>
                    <a:pt x="3513868" y="185908"/>
                  </a:cubicBezTo>
                  <a:lnTo>
                    <a:pt x="3612737" y="207625"/>
                  </a:lnTo>
                  <a:lnTo>
                    <a:pt x="3810381" y="252106"/>
                  </a:lnTo>
                  <a:cubicBezTo>
                    <a:pt x="3942112" y="282015"/>
                    <a:pt x="4073843" y="312590"/>
                    <a:pt x="4206621" y="339736"/>
                  </a:cubicBezTo>
                  <a:cubicBezTo>
                    <a:pt x="4239768" y="346785"/>
                    <a:pt x="4272915" y="353452"/>
                    <a:pt x="4306062" y="359834"/>
                  </a:cubicBezTo>
                  <a:cubicBezTo>
                    <a:pt x="4339209" y="366216"/>
                    <a:pt x="4372356" y="372979"/>
                    <a:pt x="4405503" y="378979"/>
                  </a:cubicBezTo>
                  <a:cubicBezTo>
                    <a:pt x="4473416" y="389266"/>
                    <a:pt x="4542378" y="398410"/>
                    <a:pt x="4611529" y="405745"/>
                  </a:cubicBezTo>
                  <a:cubicBezTo>
                    <a:pt x="4749832" y="420794"/>
                    <a:pt x="4890326" y="428795"/>
                    <a:pt x="5031677" y="427462"/>
                  </a:cubicBezTo>
                  <a:cubicBezTo>
                    <a:pt x="5102352" y="426985"/>
                    <a:pt x="5173028" y="423747"/>
                    <a:pt x="5243227" y="418699"/>
                  </a:cubicBezTo>
                  <a:cubicBezTo>
                    <a:pt x="5313427" y="413650"/>
                    <a:pt x="5382959" y="406030"/>
                    <a:pt x="5451062" y="398029"/>
                  </a:cubicBezTo>
                  <a:cubicBezTo>
                    <a:pt x="5587651" y="381551"/>
                    <a:pt x="5717381" y="362501"/>
                    <a:pt x="5844635" y="353071"/>
                  </a:cubicBezTo>
                  <a:cubicBezTo>
                    <a:pt x="5876544" y="350690"/>
                    <a:pt x="5908262" y="348404"/>
                    <a:pt x="5939981" y="346975"/>
                  </a:cubicBezTo>
                  <a:cubicBezTo>
                    <a:pt x="5971794" y="345356"/>
                    <a:pt x="6003036" y="344308"/>
                    <a:pt x="6035898" y="344118"/>
                  </a:cubicBezTo>
                  <a:cubicBezTo>
                    <a:pt x="6100477" y="343070"/>
                    <a:pt x="6166390" y="343356"/>
                    <a:pt x="6232303" y="343642"/>
                  </a:cubicBezTo>
                  <a:cubicBezTo>
                    <a:pt x="6364415" y="344880"/>
                    <a:pt x="6497669" y="347833"/>
                    <a:pt x="6630924" y="351071"/>
                  </a:cubicBezTo>
                  <a:lnTo>
                    <a:pt x="6831140" y="356596"/>
                  </a:lnTo>
                  <a:lnTo>
                    <a:pt x="7031545" y="362501"/>
                  </a:lnTo>
                  <a:cubicBezTo>
                    <a:pt x="7165086" y="367454"/>
                    <a:pt x="7298818" y="371835"/>
                    <a:pt x="7432262" y="378408"/>
                  </a:cubicBezTo>
                  <a:cubicBezTo>
                    <a:pt x="7565518" y="384790"/>
                    <a:pt x="7699153" y="392124"/>
                    <a:pt x="7830312" y="402506"/>
                  </a:cubicBezTo>
                  <a:lnTo>
                    <a:pt x="7879270" y="406792"/>
                  </a:lnTo>
                  <a:lnTo>
                    <a:pt x="7926895" y="411745"/>
                  </a:lnTo>
                  <a:lnTo>
                    <a:pt x="7977569" y="417175"/>
                  </a:lnTo>
                  <a:cubicBezTo>
                    <a:pt x="7995380" y="418984"/>
                    <a:pt x="8013097" y="420699"/>
                    <a:pt x="8030623" y="422127"/>
                  </a:cubicBezTo>
                  <a:cubicBezTo>
                    <a:pt x="8100632" y="427843"/>
                    <a:pt x="8169402" y="431748"/>
                    <a:pt x="8237982" y="435177"/>
                  </a:cubicBezTo>
                  <a:cubicBezTo>
                    <a:pt x="8375047" y="442035"/>
                    <a:pt x="8511254" y="444511"/>
                    <a:pt x="8647748" y="449464"/>
                  </a:cubicBezTo>
                  <a:cubicBezTo>
                    <a:pt x="8715946" y="451750"/>
                    <a:pt x="8784336" y="454513"/>
                    <a:pt x="8852821" y="456132"/>
                  </a:cubicBezTo>
                  <a:cubicBezTo>
                    <a:pt x="8887111" y="456989"/>
                    <a:pt x="8921401" y="457751"/>
                    <a:pt x="8955786" y="458132"/>
                  </a:cubicBezTo>
                  <a:cubicBezTo>
                    <a:pt x="8990171" y="458323"/>
                    <a:pt x="9024651" y="458227"/>
                    <a:pt x="9059227" y="457751"/>
                  </a:cubicBezTo>
                  <a:cubicBezTo>
                    <a:pt x="9099995" y="456989"/>
                    <a:pt x="9140857" y="455275"/>
                    <a:pt x="9182005" y="452512"/>
                  </a:cubicBezTo>
                  <a:lnTo>
                    <a:pt x="9182005" y="154189"/>
                  </a:ln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5EF4DD4B-217B-4346-A2B8-4327936399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3324550"/>
              <a:ext cx="9182100" cy="765639"/>
            </a:xfrm>
            <a:custGeom>
              <a:avLst/>
              <a:gdLst>
                <a:gd name="connsiteX0" fmla="*/ 9182100 w 9182100"/>
                <a:gd name="connsiteY0" fmla="*/ 351088 h 765639"/>
                <a:gd name="connsiteX1" fmla="*/ 9178480 w 9182100"/>
                <a:gd name="connsiteY1" fmla="*/ 350993 h 765639"/>
                <a:gd name="connsiteX2" fmla="*/ 8783955 w 9182100"/>
                <a:gd name="connsiteY2" fmla="*/ 327561 h 765639"/>
                <a:gd name="connsiteX3" fmla="*/ 8390763 w 9182100"/>
                <a:gd name="connsiteY3" fmla="*/ 288795 h 765639"/>
                <a:gd name="connsiteX4" fmla="*/ 8199502 w 9182100"/>
                <a:gd name="connsiteY4" fmla="*/ 262601 h 765639"/>
                <a:gd name="connsiteX5" fmla="*/ 8153972 w 9182100"/>
                <a:gd name="connsiteY5" fmla="*/ 254886 h 765639"/>
                <a:gd name="connsiteX6" fmla="*/ 8131588 w 9182100"/>
                <a:gd name="connsiteY6" fmla="*/ 250790 h 765639"/>
                <a:gd name="connsiteX7" fmla="*/ 8104632 w 9182100"/>
                <a:gd name="connsiteY7" fmla="*/ 246504 h 765639"/>
                <a:gd name="connsiteX8" fmla="*/ 8050911 w 9182100"/>
                <a:gd name="connsiteY8" fmla="*/ 238217 h 765639"/>
                <a:gd name="connsiteX9" fmla="*/ 7998810 w 9182100"/>
                <a:gd name="connsiteY9" fmla="*/ 230978 h 765639"/>
                <a:gd name="connsiteX10" fmla="*/ 7589902 w 9182100"/>
                <a:gd name="connsiteY10" fmla="*/ 183925 h 765639"/>
                <a:gd name="connsiteX11" fmla="*/ 7183469 w 9182100"/>
                <a:gd name="connsiteY11" fmla="*/ 147634 h 765639"/>
                <a:gd name="connsiteX12" fmla="*/ 6775990 w 9182100"/>
                <a:gd name="connsiteY12" fmla="*/ 119821 h 765639"/>
                <a:gd name="connsiteX13" fmla="*/ 6364795 w 9182100"/>
                <a:gd name="connsiteY13" fmla="*/ 102391 h 765639"/>
                <a:gd name="connsiteX14" fmla="*/ 6154293 w 9182100"/>
                <a:gd name="connsiteY14" fmla="*/ 100581 h 765639"/>
                <a:gd name="connsiteX15" fmla="*/ 6100287 w 9182100"/>
                <a:gd name="connsiteY15" fmla="*/ 101343 h 765639"/>
                <a:gd name="connsiteX16" fmla="*/ 6045327 w 9182100"/>
                <a:gd name="connsiteY16" fmla="*/ 103438 h 765639"/>
                <a:gd name="connsiteX17" fmla="*/ 5935980 w 9182100"/>
                <a:gd name="connsiteY17" fmla="*/ 110296 h 765639"/>
                <a:gd name="connsiteX18" fmla="*/ 5523357 w 9182100"/>
                <a:gd name="connsiteY18" fmla="*/ 157635 h 765639"/>
                <a:gd name="connsiteX19" fmla="*/ 5149882 w 9182100"/>
                <a:gd name="connsiteY19" fmla="*/ 185639 h 765639"/>
                <a:gd name="connsiteX20" fmla="*/ 4777073 w 9182100"/>
                <a:gd name="connsiteY20" fmla="*/ 170685 h 765639"/>
                <a:gd name="connsiteX21" fmla="*/ 4729925 w 9182100"/>
                <a:gd name="connsiteY21" fmla="*/ 166208 h 765639"/>
                <a:gd name="connsiteX22" fmla="*/ 4682585 w 9182100"/>
                <a:gd name="connsiteY22" fmla="*/ 161064 h 765639"/>
                <a:gd name="connsiteX23" fmla="*/ 4635151 w 9182100"/>
                <a:gd name="connsiteY23" fmla="*/ 155445 h 765639"/>
                <a:gd name="connsiteX24" fmla="*/ 4611434 w 9182100"/>
                <a:gd name="connsiteY24" fmla="*/ 152492 h 765639"/>
                <a:gd name="connsiteX25" fmla="*/ 4587145 w 9182100"/>
                <a:gd name="connsiteY25" fmla="*/ 149349 h 765639"/>
                <a:gd name="connsiteX26" fmla="*/ 4387977 w 9182100"/>
                <a:gd name="connsiteY26" fmla="*/ 122774 h 765639"/>
                <a:gd name="connsiteX27" fmla="*/ 3989356 w 9182100"/>
                <a:gd name="connsiteY27" fmla="*/ 68577 h 765639"/>
                <a:gd name="connsiteX28" fmla="*/ 3789140 w 9182100"/>
                <a:gd name="connsiteY28" fmla="*/ 42192 h 765639"/>
                <a:gd name="connsiteX29" fmla="*/ 3689033 w 9182100"/>
                <a:gd name="connsiteY29" fmla="*/ 29143 h 765639"/>
                <a:gd name="connsiteX30" fmla="*/ 3634835 w 9182100"/>
                <a:gd name="connsiteY30" fmla="*/ 22571 h 765639"/>
                <a:gd name="connsiteX31" fmla="*/ 3579876 w 9182100"/>
                <a:gd name="connsiteY31" fmla="*/ 16856 h 765639"/>
                <a:gd name="connsiteX32" fmla="*/ 3147441 w 9182100"/>
                <a:gd name="connsiteY32" fmla="*/ 473 h 765639"/>
                <a:gd name="connsiteX33" fmla="*/ 2724722 w 9182100"/>
                <a:gd name="connsiteY33" fmla="*/ 22857 h 765639"/>
                <a:gd name="connsiteX34" fmla="*/ 1898428 w 9182100"/>
                <a:gd name="connsiteY34" fmla="*/ 147730 h 765639"/>
                <a:gd name="connsiteX35" fmla="*/ 1692878 w 9182100"/>
                <a:gd name="connsiteY35" fmla="*/ 195069 h 765639"/>
                <a:gd name="connsiteX36" fmla="*/ 1640205 w 9182100"/>
                <a:gd name="connsiteY36" fmla="*/ 208785 h 765639"/>
                <a:gd name="connsiteX37" fmla="*/ 1592294 w 9182100"/>
                <a:gd name="connsiteY37" fmla="*/ 221643 h 765639"/>
                <a:gd name="connsiteX38" fmla="*/ 1500092 w 9182100"/>
                <a:gd name="connsiteY38" fmla="*/ 245551 h 765639"/>
                <a:gd name="connsiteX39" fmla="*/ 1130046 w 9182100"/>
                <a:gd name="connsiteY39" fmla="*/ 318227 h 765639"/>
                <a:gd name="connsiteX40" fmla="*/ 944880 w 9182100"/>
                <a:gd name="connsiteY40" fmla="*/ 337658 h 765639"/>
                <a:gd name="connsiteX41" fmla="*/ 852583 w 9182100"/>
                <a:gd name="connsiteY41" fmla="*/ 341944 h 765639"/>
                <a:gd name="connsiteX42" fmla="*/ 760476 w 9182100"/>
                <a:gd name="connsiteY42" fmla="*/ 343087 h 765639"/>
                <a:gd name="connsiteX43" fmla="*/ 577215 w 9182100"/>
                <a:gd name="connsiteY43" fmla="*/ 332800 h 765639"/>
                <a:gd name="connsiteX44" fmla="*/ 394907 w 9182100"/>
                <a:gd name="connsiteY44" fmla="*/ 305463 h 765639"/>
                <a:gd name="connsiteX45" fmla="*/ 211265 w 9182100"/>
                <a:gd name="connsiteY45" fmla="*/ 261363 h 765639"/>
                <a:gd name="connsiteX46" fmla="*/ 17526 w 9182100"/>
                <a:gd name="connsiteY46" fmla="*/ 204880 h 765639"/>
                <a:gd name="connsiteX47" fmla="*/ 0 w 9182100"/>
                <a:gd name="connsiteY47" fmla="*/ 199927 h 765639"/>
                <a:gd name="connsiteX48" fmla="*/ 0 w 9182100"/>
                <a:gd name="connsiteY48" fmla="*/ 526920 h 765639"/>
                <a:gd name="connsiteX49" fmla="*/ 100298 w 9182100"/>
                <a:gd name="connsiteY49" fmla="*/ 571973 h 765639"/>
                <a:gd name="connsiteX50" fmla="*/ 301562 w 9182100"/>
                <a:gd name="connsiteY50" fmla="*/ 649697 h 765639"/>
                <a:gd name="connsiteX51" fmla="*/ 731044 w 9182100"/>
                <a:gd name="connsiteY51" fmla="*/ 746947 h 765639"/>
                <a:gd name="connsiteX52" fmla="*/ 1168241 w 9182100"/>
                <a:gd name="connsiteY52" fmla="*/ 762759 h 765639"/>
                <a:gd name="connsiteX53" fmla="*/ 1596581 w 9182100"/>
                <a:gd name="connsiteY53" fmla="*/ 716944 h 765639"/>
                <a:gd name="connsiteX54" fmla="*/ 1701641 w 9182100"/>
                <a:gd name="connsiteY54" fmla="*/ 697894 h 765639"/>
                <a:gd name="connsiteX55" fmla="*/ 1752124 w 9182100"/>
                <a:gd name="connsiteY55" fmla="*/ 688273 h 765639"/>
                <a:gd name="connsiteX56" fmla="*/ 1797939 w 9182100"/>
                <a:gd name="connsiteY56" fmla="*/ 679891 h 765639"/>
                <a:gd name="connsiteX57" fmla="*/ 1988630 w 9182100"/>
                <a:gd name="connsiteY57" fmla="*/ 649316 h 765639"/>
                <a:gd name="connsiteX58" fmla="*/ 2376297 w 9182100"/>
                <a:gd name="connsiteY58" fmla="*/ 601691 h 765639"/>
                <a:gd name="connsiteX59" fmla="*/ 2570416 w 9182100"/>
                <a:gd name="connsiteY59" fmla="*/ 584165 h 765639"/>
                <a:gd name="connsiteX60" fmla="*/ 2764155 w 9182100"/>
                <a:gd name="connsiteY60" fmla="*/ 571497 h 765639"/>
                <a:gd name="connsiteX61" fmla="*/ 2956941 w 9182100"/>
                <a:gd name="connsiteY61" fmla="*/ 564163 h 765639"/>
                <a:gd name="connsiteX62" fmla="*/ 3148298 w 9182100"/>
                <a:gd name="connsiteY62" fmla="*/ 562639 h 765639"/>
                <a:gd name="connsiteX63" fmla="*/ 3337274 w 9182100"/>
                <a:gd name="connsiteY63" fmla="*/ 568544 h 765639"/>
                <a:gd name="connsiteX64" fmla="*/ 3522345 w 9182100"/>
                <a:gd name="connsiteY64" fmla="*/ 583308 h 765639"/>
                <a:gd name="connsiteX65" fmla="*/ 3567779 w 9182100"/>
                <a:gd name="connsiteY65" fmla="*/ 588642 h 765639"/>
                <a:gd name="connsiteX66" fmla="*/ 3613785 w 9182100"/>
                <a:gd name="connsiteY66" fmla="*/ 594357 h 765639"/>
                <a:gd name="connsiteX67" fmla="*/ 3713798 w 9182100"/>
                <a:gd name="connsiteY67" fmla="*/ 607882 h 765639"/>
                <a:gd name="connsiteX68" fmla="*/ 3913823 w 9182100"/>
                <a:gd name="connsiteY68" fmla="*/ 634838 h 765639"/>
                <a:gd name="connsiteX69" fmla="*/ 4315873 w 9182100"/>
                <a:gd name="connsiteY69" fmla="*/ 686273 h 765639"/>
                <a:gd name="connsiteX70" fmla="*/ 4517422 w 9182100"/>
                <a:gd name="connsiteY70" fmla="*/ 710086 h 765639"/>
                <a:gd name="connsiteX71" fmla="*/ 4728972 w 9182100"/>
                <a:gd name="connsiteY71" fmla="*/ 731422 h 765639"/>
                <a:gd name="connsiteX72" fmla="*/ 5162931 w 9182100"/>
                <a:gd name="connsiteY72" fmla="*/ 744185 h 765639"/>
                <a:gd name="connsiteX73" fmla="*/ 5594033 w 9182100"/>
                <a:gd name="connsiteY73" fmla="*/ 706466 h 765639"/>
                <a:gd name="connsiteX74" fmla="*/ 5982939 w 9182100"/>
                <a:gd name="connsiteY74" fmla="*/ 655793 h 765639"/>
                <a:gd name="connsiteX75" fmla="*/ 6075045 w 9182100"/>
                <a:gd name="connsiteY75" fmla="*/ 648459 h 765639"/>
                <a:gd name="connsiteX76" fmla="*/ 6167819 w 9182100"/>
                <a:gd name="connsiteY76" fmla="*/ 643887 h 765639"/>
                <a:gd name="connsiteX77" fmla="*/ 6361081 w 9182100"/>
                <a:gd name="connsiteY77" fmla="*/ 639124 h 765639"/>
                <a:gd name="connsiteX78" fmla="*/ 6757321 w 9182100"/>
                <a:gd name="connsiteY78" fmla="*/ 640458 h 765639"/>
                <a:gd name="connsiteX79" fmla="*/ 7156704 w 9182100"/>
                <a:gd name="connsiteY79" fmla="*/ 649030 h 765639"/>
                <a:gd name="connsiteX80" fmla="*/ 7556373 w 9182100"/>
                <a:gd name="connsiteY80" fmla="*/ 662365 h 765639"/>
                <a:gd name="connsiteX81" fmla="*/ 7952328 w 9182100"/>
                <a:gd name="connsiteY81" fmla="*/ 682177 h 765639"/>
                <a:gd name="connsiteX82" fmla="*/ 8000714 w 9182100"/>
                <a:gd name="connsiteY82" fmla="*/ 685511 h 765639"/>
                <a:gd name="connsiteX83" fmla="*/ 8047196 w 9182100"/>
                <a:gd name="connsiteY83" fmla="*/ 689416 h 765639"/>
                <a:gd name="connsiteX84" fmla="*/ 8097965 w 9182100"/>
                <a:gd name="connsiteY84" fmla="*/ 693893 h 765639"/>
                <a:gd name="connsiteX85" fmla="*/ 8152733 w 9182100"/>
                <a:gd name="connsiteY85" fmla="*/ 697894 h 765639"/>
                <a:gd name="connsiteX86" fmla="*/ 8363903 w 9182100"/>
                <a:gd name="connsiteY86" fmla="*/ 705133 h 765639"/>
                <a:gd name="connsiteX87" fmla="*/ 8777764 w 9182100"/>
                <a:gd name="connsiteY87" fmla="*/ 698084 h 765639"/>
                <a:gd name="connsiteX88" fmla="*/ 9182005 w 9182100"/>
                <a:gd name="connsiteY88" fmla="*/ 668366 h 765639"/>
                <a:gd name="connsiteX89" fmla="*/ 9182005 w 9182100"/>
                <a:gd name="connsiteY89" fmla="*/ 351088 h 7656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</a:cxnLst>
              <a:rect l="l" t="t" r="r" b="b"/>
              <a:pathLst>
                <a:path w="9182100" h="765639">
                  <a:moveTo>
                    <a:pt x="9182100" y="351088"/>
                  </a:moveTo>
                  <a:cubicBezTo>
                    <a:pt x="9180862" y="351088"/>
                    <a:pt x="9179719" y="350993"/>
                    <a:pt x="9178480" y="350993"/>
                  </a:cubicBezTo>
                  <a:cubicBezTo>
                    <a:pt x="9047607" y="346421"/>
                    <a:pt x="8915591" y="337944"/>
                    <a:pt x="8783955" y="327561"/>
                  </a:cubicBezTo>
                  <a:cubicBezTo>
                    <a:pt x="8652320" y="316894"/>
                    <a:pt x="8520589" y="304416"/>
                    <a:pt x="8390763" y="288795"/>
                  </a:cubicBezTo>
                  <a:cubicBezTo>
                    <a:pt x="8325898" y="281175"/>
                    <a:pt x="8261509" y="272602"/>
                    <a:pt x="8199502" y="262601"/>
                  </a:cubicBezTo>
                  <a:cubicBezTo>
                    <a:pt x="8184070" y="260029"/>
                    <a:pt x="8168831" y="257553"/>
                    <a:pt x="8153972" y="254886"/>
                  </a:cubicBezTo>
                  <a:lnTo>
                    <a:pt x="8131588" y="250790"/>
                  </a:lnTo>
                  <a:lnTo>
                    <a:pt x="8104632" y="246504"/>
                  </a:lnTo>
                  <a:cubicBezTo>
                    <a:pt x="8086725" y="243741"/>
                    <a:pt x="8068247" y="240598"/>
                    <a:pt x="8050911" y="238217"/>
                  </a:cubicBezTo>
                  <a:lnTo>
                    <a:pt x="7998810" y="230978"/>
                  </a:lnTo>
                  <a:cubicBezTo>
                    <a:pt x="7860697" y="212023"/>
                    <a:pt x="7725633" y="198021"/>
                    <a:pt x="7589902" y="183925"/>
                  </a:cubicBezTo>
                  <a:cubicBezTo>
                    <a:pt x="7454360" y="170304"/>
                    <a:pt x="7319010" y="158779"/>
                    <a:pt x="7183469" y="147634"/>
                  </a:cubicBezTo>
                  <a:cubicBezTo>
                    <a:pt x="7047929" y="137252"/>
                    <a:pt x="6912198" y="127632"/>
                    <a:pt x="6775990" y="119821"/>
                  </a:cubicBezTo>
                  <a:cubicBezTo>
                    <a:pt x="6639592" y="112582"/>
                    <a:pt x="6503194" y="105439"/>
                    <a:pt x="6364795" y="102391"/>
                  </a:cubicBezTo>
                  <a:cubicBezTo>
                    <a:pt x="6295263" y="101057"/>
                    <a:pt x="6225826" y="99819"/>
                    <a:pt x="6154293" y="100581"/>
                  </a:cubicBezTo>
                  <a:cubicBezTo>
                    <a:pt x="6136577" y="100581"/>
                    <a:pt x="6118860" y="100581"/>
                    <a:pt x="6100287" y="101343"/>
                  </a:cubicBezTo>
                  <a:cubicBezTo>
                    <a:pt x="6081903" y="101819"/>
                    <a:pt x="6063615" y="102486"/>
                    <a:pt x="6045327" y="103438"/>
                  </a:cubicBezTo>
                  <a:cubicBezTo>
                    <a:pt x="6008656" y="104962"/>
                    <a:pt x="5972175" y="107439"/>
                    <a:pt x="5935980" y="110296"/>
                  </a:cubicBezTo>
                  <a:cubicBezTo>
                    <a:pt x="5790724" y="121631"/>
                    <a:pt x="5651659" y="142110"/>
                    <a:pt x="5523357" y="157635"/>
                  </a:cubicBezTo>
                  <a:cubicBezTo>
                    <a:pt x="5394484" y="173542"/>
                    <a:pt x="5273040" y="183543"/>
                    <a:pt x="5149882" y="185639"/>
                  </a:cubicBezTo>
                  <a:cubicBezTo>
                    <a:pt x="5027010" y="187925"/>
                    <a:pt x="4902803" y="182210"/>
                    <a:pt x="4777073" y="170685"/>
                  </a:cubicBezTo>
                  <a:lnTo>
                    <a:pt x="4729925" y="166208"/>
                  </a:lnTo>
                  <a:lnTo>
                    <a:pt x="4682585" y="161064"/>
                  </a:lnTo>
                  <a:cubicBezTo>
                    <a:pt x="4666869" y="159445"/>
                    <a:pt x="4650963" y="157350"/>
                    <a:pt x="4635151" y="155445"/>
                  </a:cubicBezTo>
                  <a:lnTo>
                    <a:pt x="4611434" y="152492"/>
                  </a:lnTo>
                  <a:cubicBezTo>
                    <a:pt x="4603623" y="151539"/>
                    <a:pt x="4595622" y="150587"/>
                    <a:pt x="4587145" y="149349"/>
                  </a:cubicBezTo>
                  <a:lnTo>
                    <a:pt x="4387977" y="122774"/>
                  </a:lnTo>
                  <a:lnTo>
                    <a:pt x="3989356" y="68577"/>
                  </a:lnTo>
                  <a:lnTo>
                    <a:pt x="3789140" y="42192"/>
                  </a:lnTo>
                  <a:lnTo>
                    <a:pt x="3689033" y="29143"/>
                  </a:lnTo>
                  <a:lnTo>
                    <a:pt x="3634835" y="22571"/>
                  </a:lnTo>
                  <a:cubicBezTo>
                    <a:pt x="3616452" y="20285"/>
                    <a:pt x="3598069" y="18380"/>
                    <a:pt x="3579876" y="16856"/>
                  </a:cubicBezTo>
                  <a:cubicBezTo>
                    <a:pt x="3433667" y="3140"/>
                    <a:pt x="3289840" y="-1622"/>
                    <a:pt x="3147441" y="473"/>
                  </a:cubicBezTo>
                  <a:cubicBezTo>
                    <a:pt x="3005138" y="2283"/>
                    <a:pt x="2864263" y="10188"/>
                    <a:pt x="2724722" y="22857"/>
                  </a:cubicBezTo>
                  <a:cubicBezTo>
                    <a:pt x="2445353" y="48098"/>
                    <a:pt x="2171129" y="90198"/>
                    <a:pt x="1898428" y="147730"/>
                  </a:cubicBezTo>
                  <a:cubicBezTo>
                    <a:pt x="1830134" y="162208"/>
                    <a:pt x="1762030" y="177448"/>
                    <a:pt x="1692878" y="195069"/>
                  </a:cubicBezTo>
                  <a:lnTo>
                    <a:pt x="1640205" y="208785"/>
                  </a:lnTo>
                  <a:lnTo>
                    <a:pt x="1592294" y="221643"/>
                  </a:lnTo>
                  <a:cubicBezTo>
                    <a:pt x="1561624" y="229740"/>
                    <a:pt x="1530858" y="238503"/>
                    <a:pt x="1500092" y="245551"/>
                  </a:cubicBezTo>
                  <a:cubicBezTo>
                    <a:pt x="1377125" y="276412"/>
                    <a:pt x="1253490" y="300987"/>
                    <a:pt x="1130046" y="318227"/>
                  </a:cubicBezTo>
                  <a:cubicBezTo>
                    <a:pt x="1068229" y="326895"/>
                    <a:pt x="1006602" y="333086"/>
                    <a:pt x="944880" y="337658"/>
                  </a:cubicBezTo>
                  <a:cubicBezTo>
                    <a:pt x="914114" y="339277"/>
                    <a:pt x="883253" y="341563"/>
                    <a:pt x="852583" y="341944"/>
                  </a:cubicBezTo>
                  <a:cubicBezTo>
                    <a:pt x="821817" y="343278"/>
                    <a:pt x="791147" y="342992"/>
                    <a:pt x="760476" y="343087"/>
                  </a:cubicBezTo>
                  <a:cubicBezTo>
                    <a:pt x="699230" y="342135"/>
                    <a:pt x="638175" y="338706"/>
                    <a:pt x="577215" y="332800"/>
                  </a:cubicBezTo>
                  <a:cubicBezTo>
                    <a:pt x="516255" y="326895"/>
                    <a:pt x="455771" y="317179"/>
                    <a:pt x="394907" y="305463"/>
                  </a:cubicBezTo>
                  <a:cubicBezTo>
                    <a:pt x="334137" y="293557"/>
                    <a:pt x="273368" y="278412"/>
                    <a:pt x="211265" y="261363"/>
                  </a:cubicBezTo>
                  <a:cubicBezTo>
                    <a:pt x="149066" y="244123"/>
                    <a:pt x="85820" y="224310"/>
                    <a:pt x="17526" y="204880"/>
                  </a:cubicBezTo>
                  <a:cubicBezTo>
                    <a:pt x="11716" y="203165"/>
                    <a:pt x="5906" y="201546"/>
                    <a:pt x="0" y="199927"/>
                  </a:cubicBezTo>
                  <a:lnTo>
                    <a:pt x="0" y="526920"/>
                  </a:lnTo>
                  <a:cubicBezTo>
                    <a:pt x="32576" y="541874"/>
                    <a:pt x="66104" y="557114"/>
                    <a:pt x="100298" y="571973"/>
                  </a:cubicBezTo>
                  <a:cubicBezTo>
                    <a:pt x="164973" y="600167"/>
                    <a:pt x="232410" y="626456"/>
                    <a:pt x="301562" y="649697"/>
                  </a:cubicBezTo>
                  <a:cubicBezTo>
                    <a:pt x="439865" y="696655"/>
                    <a:pt x="585216" y="728754"/>
                    <a:pt x="731044" y="746947"/>
                  </a:cubicBezTo>
                  <a:cubicBezTo>
                    <a:pt x="876967" y="764664"/>
                    <a:pt x="1023652" y="769426"/>
                    <a:pt x="1168241" y="762759"/>
                  </a:cubicBezTo>
                  <a:cubicBezTo>
                    <a:pt x="1313021" y="756663"/>
                    <a:pt x="1455896" y="740185"/>
                    <a:pt x="1596581" y="716944"/>
                  </a:cubicBezTo>
                  <a:cubicBezTo>
                    <a:pt x="1632014" y="711610"/>
                    <a:pt x="1666685" y="704371"/>
                    <a:pt x="1701641" y="697894"/>
                  </a:cubicBezTo>
                  <a:lnTo>
                    <a:pt x="1752124" y="688273"/>
                  </a:lnTo>
                  <a:lnTo>
                    <a:pt x="1797939" y="679891"/>
                  </a:lnTo>
                  <a:cubicBezTo>
                    <a:pt x="1860328" y="669128"/>
                    <a:pt x="1924431" y="658746"/>
                    <a:pt x="1988630" y="649316"/>
                  </a:cubicBezTo>
                  <a:cubicBezTo>
                    <a:pt x="2117217" y="630838"/>
                    <a:pt x="2246852" y="614645"/>
                    <a:pt x="2376297" y="601691"/>
                  </a:cubicBezTo>
                  <a:cubicBezTo>
                    <a:pt x="2441067" y="595214"/>
                    <a:pt x="2505742" y="589118"/>
                    <a:pt x="2570416" y="584165"/>
                  </a:cubicBezTo>
                  <a:cubicBezTo>
                    <a:pt x="2635091" y="579402"/>
                    <a:pt x="2699671" y="574831"/>
                    <a:pt x="2764155" y="571497"/>
                  </a:cubicBezTo>
                  <a:cubicBezTo>
                    <a:pt x="2828639" y="568068"/>
                    <a:pt x="2892933" y="565401"/>
                    <a:pt x="2956941" y="564163"/>
                  </a:cubicBezTo>
                  <a:cubicBezTo>
                    <a:pt x="3021045" y="562353"/>
                    <a:pt x="3084766" y="561972"/>
                    <a:pt x="3148298" y="562639"/>
                  </a:cubicBezTo>
                  <a:cubicBezTo>
                    <a:pt x="3211735" y="563305"/>
                    <a:pt x="3274695" y="565591"/>
                    <a:pt x="3337274" y="568544"/>
                  </a:cubicBezTo>
                  <a:cubicBezTo>
                    <a:pt x="3399568" y="572259"/>
                    <a:pt x="3461671" y="576259"/>
                    <a:pt x="3522345" y="583308"/>
                  </a:cubicBezTo>
                  <a:cubicBezTo>
                    <a:pt x="3537680" y="584737"/>
                    <a:pt x="3552730" y="586737"/>
                    <a:pt x="3567779" y="588642"/>
                  </a:cubicBezTo>
                  <a:lnTo>
                    <a:pt x="3613785" y="594357"/>
                  </a:lnTo>
                  <a:lnTo>
                    <a:pt x="3713798" y="607882"/>
                  </a:lnTo>
                  <a:lnTo>
                    <a:pt x="3913823" y="634838"/>
                  </a:lnTo>
                  <a:cubicBezTo>
                    <a:pt x="4047268" y="652078"/>
                    <a:pt x="4180904" y="670366"/>
                    <a:pt x="4315873" y="686273"/>
                  </a:cubicBezTo>
                  <a:lnTo>
                    <a:pt x="4517422" y="710086"/>
                  </a:lnTo>
                  <a:cubicBezTo>
                    <a:pt x="4586573" y="717896"/>
                    <a:pt x="4657916" y="725992"/>
                    <a:pt x="4728972" y="731422"/>
                  </a:cubicBezTo>
                  <a:cubicBezTo>
                    <a:pt x="4871371" y="743042"/>
                    <a:pt x="5016627" y="748376"/>
                    <a:pt x="5162931" y="744185"/>
                  </a:cubicBezTo>
                  <a:cubicBezTo>
                    <a:pt x="5308949" y="740566"/>
                    <a:pt x="5456111" y="725611"/>
                    <a:pt x="5594033" y="706466"/>
                  </a:cubicBezTo>
                  <a:cubicBezTo>
                    <a:pt x="5732621" y="687511"/>
                    <a:pt x="5859876" y="667033"/>
                    <a:pt x="5982939" y="655793"/>
                  </a:cubicBezTo>
                  <a:cubicBezTo>
                    <a:pt x="6013799" y="652936"/>
                    <a:pt x="6044375" y="650364"/>
                    <a:pt x="6075045" y="648459"/>
                  </a:cubicBezTo>
                  <a:cubicBezTo>
                    <a:pt x="6105906" y="646363"/>
                    <a:pt x="6135529" y="645125"/>
                    <a:pt x="6167819" y="643887"/>
                  </a:cubicBezTo>
                  <a:cubicBezTo>
                    <a:pt x="6230779" y="641125"/>
                    <a:pt x="6295930" y="640077"/>
                    <a:pt x="6361081" y="639124"/>
                  </a:cubicBezTo>
                  <a:cubicBezTo>
                    <a:pt x="6491955" y="637981"/>
                    <a:pt x="6624638" y="638553"/>
                    <a:pt x="6757321" y="640458"/>
                  </a:cubicBezTo>
                  <a:cubicBezTo>
                    <a:pt x="6890195" y="642553"/>
                    <a:pt x="7023449" y="645030"/>
                    <a:pt x="7156704" y="649030"/>
                  </a:cubicBezTo>
                  <a:cubicBezTo>
                    <a:pt x="7289959" y="652650"/>
                    <a:pt x="7423404" y="656841"/>
                    <a:pt x="7556373" y="662365"/>
                  </a:cubicBezTo>
                  <a:cubicBezTo>
                    <a:pt x="7689152" y="667509"/>
                    <a:pt x="7822502" y="673986"/>
                    <a:pt x="7952328" y="682177"/>
                  </a:cubicBezTo>
                  <a:lnTo>
                    <a:pt x="8000714" y="685511"/>
                  </a:lnTo>
                  <a:cubicBezTo>
                    <a:pt x="8016811" y="686654"/>
                    <a:pt x="8031670" y="688178"/>
                    <a:pt x="8047196" y="689416"/>
                  </a:cubicBezTo>
                  <a:lnTo>
                    <a:pt x="8097965" y="693893"/>
                  </a:lnTo>
                  <a:cubicBezTo>
                    <a:pt x="8116539" y="695417"/>
                    <a:pt x="8134731" y="696846"/>
                    <a:pt x="8152733" y="697894"/>
                  </a:cubicBezTo>
                  <a:cubicBezTo>
                    <a:pt x="8224647" y="701989"/>
                    <a:pt x="8294465" y="704085"/>
                    <a:pt x="8363903" y="705133"/>
                  </a:cubicBezTo>
                  <a:cubicBezTo>
                    <a:pt x="8502777" y="706657"/>
                    <a:pt x="8640223" y="704180"/>
                    <a:pt x="8777764" y="698084"/>
                  </a:cubicBezTo>
                  <a:cubicBezTo>
                    <a:pt x="8912352" y="692083"/>
                    <a:pt x="9046845" y="682749"/>
                    <a:pt x="9182005" y="668366"/>
                  </a:cubicBezTo>
                  <a:lnTo>
                    <a:pt x="9182005" y="351088"/>
                  </a:ln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78302780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 descr="&quot;8. Feb. 2024 um 20:49.jpg&quot; wird angezeigt.">
            <a:extLst>
              <a:ext uri="{FF2B5EF4-FFF2-40B4-BE49-F238E27FC236}">
                <a16:creationId xmlns:a16="http://schemas.microsoft.com/office/drawing/2014/main" id="{F118D0A8-ADE0-AC85-8F38-9F43141D615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998" b="15002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6867FDDD-8916-FEF1-9407-97D6C8A98B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0123" y="124304"/>
            <a:ext cx="2472436" cy="1714011"/>
          </a:xfrm>
          <a:prstGeom prst="ellipse">
            <a:avLst/>
          </a:prstGeom>
          <a:solidFill>
            <a:srgbClr val="FFFFFF"/>
          </a:solidFill>
          <a:ln w="174625" cmpd="thinThick">
            <a:solidFill>
              <a:srgbClr val="FFFFFF"/>
            </a:solidFill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200" b="1">
                <a:solidFill>
                  <a:srgbClr val="262626"/>
                </a:solidFill>
              </a:rPr>
              <a:t>Fasching</a:t>
            </a:r>
          </a:p>
        </p:txBody>
      </p:sp>
    </p:spTree>
    <p:extLst>
      <p:ext uri="{BB962C8B-B14F-4D97-AF65-F5344CB8AC3E}">
        <p14:creationId xmlns:p14="http://schemas.microsoft.com/office/powerpoint/2010/main" val="19340404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 descr="&quot;4. März 2024 um 08:50.jpg&quot; wird angezeigt.">
            <a:extLst>
              <a:ext uri="{FF2B5EF4-FFF2-40B4-BE49-F238E27FC236}">
                <a16:creationId xmlns:a16="http://schemas.microsoft.com/office/drawing/2014/main" id="{06B042C6-72B6-805B-155F-005E4FE4DC8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8651" b="3916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37C89E4B-3C9F-44B9-8B86-D9E3D112D8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20142"/>
            <a:ext cx="12192000" cy="736551"/>
          </a:xfrm>
          <a:prstGeom prst="rect">
            <a:avLst/>
          </a:prstGeom>
          <a:solidFill>
            <a:schemeClr val="bg1">
              <a:alpha val="9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036730B-65BC-A58F-A320-8252D85FCC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875" y="5317240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Unser </a:t>
            </a:r>
            <a:r>
              <a:rPr lang="en-US" sz="36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Frühling's</a:t>
            </a:r>
            <a:r>
              <a:rPr lang="en-US" sz="3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Baum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A2EAA10-076F-46BD-8F0F-B9A2FB77A8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5241983"/>
            <a:ext cx="12192000" cy="0"/>
          </a:xfrm>
          <a:prstGeom prst="line">
            <a:avLst/>
          </a:prstGeom>
          <a:ln w="41275">
            <a:solidFill>
              <a:schemeClr val="bg1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D891E407-403B-4764-86C9-33A56D3BCA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34852"/>
            <a:ext cx="12192000" cy="0"/>
          </a:xfrm>
          <a:prstGeom prst="line">
            <a:avLst/>
          </a:prstGeom>
          <a:ln w="41275">
            <a:solidFill>
              <a:schemeClr val="bg1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4285196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nhaltsplatzhalter 3" descr="&quot;4. März 2024 um 08:51.jpg&quot; wird angezeigt.">
            <a:extLst>
              <a:ext uri="{FF2B5EF4-FFF2-40B4-BE49-F238E27FC236}">
                <a16:creationId xmlns:a16="http://schemas.microsoft.com/office/drawing/2014/main" id="{FD223795-D898-D76C-79C3-0AB76262AF2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5736" b="9264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32" name="Rectangle 25">
            <a:extLst>
              <a:ext uri="{FF2B5EF4-FFF2-40B4-BE49-F238E27FC236}">
                <a16:creationId xmlns:a16="http://schemas.microsoft.com/office/drawing/2014/main" id="{37C89E4B-3C9F-44B9-8B86-D9E3D112D8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20142"/>
            <a:ext cx="12192000" cy="736551"/>
          </a:xfrm>
          <a:prstGeom prst="rect">
            <a:avLst/>
          </a:prstGeom>
          <a:solidFill>
            <a:schemeClr val="bg1">
              <a:alpha val="9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F5052F3-685D-2805-AC30-6F63161C23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875" y="5317240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600">
                <a:solidFill>
                  <a:schemeClr val="tx1">
                    <a:lumMod val="85000"/>
                    <a:lumOff val="15000"/>
                  </a:schemeClr>
                </a:solidFill>
              </a:rPr>
              <a:t>Klasse</a:t>
            </a:r>
            <a:r>
              <a:rPr lang="de-DE" sz="3600">
                <a:solidFill>
                  <a:schemeClr val="tx1">
                    <a:lumMod val="85000"/>
                    <a:lumOff val="15000"/>
                  </a:schemeClr>
                </a:solidFill>
              </a:rPr>
              <a:t> schmücken Frühling</a:t>
            </a:r>
          </a:p>
        </p:txBody>
      </p:sp>
      <p:cxnSp>
        <p:nvCxnSpPr>
          <p:cNvPr id="33" name="Straight Connector 27">
            <a:extLst>
              <a:ext uri="{FF2B5EF4-FFF2-40B4-BE49-F238E27FC236}">
                <a16:creationId xmlns:a16="http://schemas.microsoft.com/office/drawing/2014/main" id="{AA2EAA10-076F-46BD-8F0F-B9A2FB77A8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5241983"/>
            <a:ext cx="12192000" cy="0"/>
          </a:xfrm>
          <a:prstGeom prst="line">
            <a:avLst/>
          </a:prstGeom>
          <a:ln w="41275">
            <a:solidFill>
              <a:schemeClr val="bg1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29">
            <a:extLst>
              <a:ext uri="{FF2B5EF4-FFF2-40B4-BE49-F238E27FC236}">
                <a16:creationId xmlns:a16="http://schemas.microsoft.com/office/drawing/2014/main" id="{D891E407-403B-4764-86C9-33A56D3BCA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34852"/>
            <a:ext cx="12192000" cy="0"/>
          </a:xfrm>
          <a:prstGeom prst="line">
            <a:avLst/>
          </a:prstGeom>
          <a:ln w="41275">
            <a:solidFill>
              <a:schemeClr val="bg1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F8EB0C8D-0415-131D-0FDF-F17E67F32B7F}"/>
              </a:ext>
            </a:extLst>
          </p:cNvPr>
          <p:cNvGrpSpPr/>
          <p:nvPr/>
        </p:nvGrpSpPr>
        <p:grpSpPr>
          <a:xfrm rot="2400000">
            <a:off x="-4247" y="4787584"/>
            <a:ext cx="2802466" cy="1803398"/>
            <a:chOff x="156700" y="252903"/>
            <a:chExt cx="1735666" cy="1540933"/>
          </a:xfrm>
        </p:grpSpPr>
        <p:sp>
          <p:nvSpPr>
            <p:cNvPr id="18" name="Rechteck 17">
              <a:extLst>
                <a:ext uri="{FF2B5EF4-FFF2-40B4-BE49-F238E27FC236}">
                  <a16:creationId xmlns:a16="http://schemas.microsoft.com/office/drawing/2014/main" id="{4832984C-760A-B49A-1337-A5C2D6FD0B58}"/>
                </a:ext>
              </a:extLst>
            </p:cNvPr>
            <p:cNvSpPr/>
            <p:nvPr/>
          </p:nvSpPr>
          <p:spPr>
            <a:xfrm rot="-2400000">
              <a:off x="156700" y="252903"/>
              <a:ext cx="1735666" cy="154093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17" name="Grafik 16" descr="Kostenlose foto : lila, Jahrgang, Blumen, Blume, Natur, bunt, Hintergrund,  Rosa, Dahlie, blühende Pflanze, Magenta, Blütenblatt, Nahansicht, Jährliche  pflanze, Makrofotografie, Garten kosmos, Gänseblümchenfamilie, blühen,  Frühling, Krautige Pflanze ...">
              <a:extLst>
                <a:ext uri="{FF2B5EF4-FFF2-40B4-BE49-F238E27FC236}">
                  <a16:creationId xmlns:a16="http://schemas.microsoft.com/office/drawing/2014/main" id="{A8060EC6-C28D-E4C8-77C4-983019049D9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9200000">
              <a:off x="251192" y="336474"/>
              <a:ext cx="1550461" cy="134620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35485041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362D44EE-C852-4460-B8B5-C4F2BC2051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920D230-7BC9-4AA6-E806-5E42EA8AE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94716" y="739978"/>
            <a:ext cx="5334930" cy="3004145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de-DE" sz="6000"/>
              <a:t>Blumenstrauß</a:t>
            </a:r>
            <a:r>
              <a:rPr lang="en-US" sz="6000"/>
              <a:t> für Frau Oberhofer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658970D8-8D1D-4B5C-894B-E871CC865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30529" y="1"/>
            <a:ext cx="1155142" cy="591009"/>
          </a:xfrm>
          <a:custGeom>
            <a:avLst/>
            <a:gdLst>
              <a:gd name="connsiteX0" fmla="*/ 1355 w 1155142"/>
              <a:gd name="connsiteY0" fmla="*/ 0 h 591009"/>
              <a:gd name="connsiteX1" fmla="*/ 1153787 w 1155142"/>
              <a:gd name="connsiteY1" fmla="*/ 0 h 591009"/>
              <a:gd name="connsiteX2" fmla="*/ 1155142 w 1155142"/>
              <a:gd name="connsiteY2" fmla="*/ 13438 h 591009"/>
              <a:gd name="connsiteX3" fmla="*/ 577571 w 1155142"/>
              <a:gd name="connsiteY3" fmla="*/ 591009 h 591009"/>
              <a:gd name="connsiteX4" fmla="*/ 0 w 1155142"/>
              <a:gd name="connsiteY4" fmla="*/ 13438 h 591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55142" h="591009">
                <a:moveTo>
                  <a:pt x="1355" y="0"/>
                </a:moveTo>
                <a:lnTo>
                  <a:pt x="1153787" y="0"/>
                </a:lnTo>
                <a:lnTo>
                  <a:pt x="1155142" y="13438"/>
                </a:lnTo>
                <a:cubicBezTo>
                  <a:pt x="1155142" y="332422"/>
                  <a:pt x="896555" y="591009"/>
                  <a:pt x="577571" y="591009"/>
                </a:cubicBezTo>
                <a:cubicBezTo>
                  <a:pt x="258587" y="591009"/>
                  <a:pt x="0" y="332422"/>
                  <a:pt x="0" y="13438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F227E5B6-9132-43CA-B503-37A18562AD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349052" y="0"/>
            <a:ext cx="1737401" cy="959536"/>
          </a:xfrm>
          <a:custGeom>
            <a:avLst/>
            <a:gdLst>
              <a:gd name="connsiteX0" fmla="*/ 0 w 1737401"/>
              <a:gd name="connsiteY0" fmla="*/ 0 h 959536"/>
              <a:gd name="connsiteX1" fmla="*/ 123825 w 1737401"/>
              <a:gd name="connsiteY1" fmla="*/ 0 h 959536"/>
              <a:gd name="connsiteX2" fmla="*/ 123825 w 1737401"/>
              <a:gd name="connsiteY2" fmla="*/ 790277 h 959536"/>
              <a:gd name="connsiteX3" fmla="*/ 1490095 w 1737401"/>
              <a:gd name="connsiteY3" fmla="*/ 0 h 959536"/>
              <a:gd name="connsiteX4" fmla="*/ 1737401 w 1737401"/>
              <a:gd name="connsiteY4" fmla="*/ 0 h 959536"/>
              <a:gd name="connsiteX5" fmla="*/ 92869 w 1737401"/>
              <a:gd name="connsiteY5" fmla="*/ 951249 h 959536"/>
              <a:gd name="connsiteX6" fmla="*/ 61913 w 1737401"/>
              <a:gd name="connsiteY6" fmla="*/ 959536 h 959536"/>
              <a:gd name="connsiteX7" fmla="*/ 0 w 1737401"/>
              <a:gd name="connsiteY7" fmla="*/ 897624 h 959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737401" h="959536">
                <a:moveTo>
                  <a:pt x="0" y="0"/>
                </a:moveTo>
                <a:lnTo>
                  <a:pt x="123825" y="0"/>
                </a:lnTo>
                <a:lnTo>
                  <a:pt x="123825" y="790277"/>
                </a:lnTo>
                <a:lnTo>
                  <a:pt x="1490095" y="0"/>
                </a:lnTo>
                <a:lnTo>
                  <a:pt x="1737401" y="0"/>
                </a:lnTo>
                <a:lnTo>
                  <a:pt x="92869" y="951249"/>
                </a:lnTo>
                <a:cubicBezTo>
                  <a:pt x="83458" y="956688"/>
                  <a:pt x="72780" y="959546"/>
                  <a:pt x="61913" y="959536"/>
                </a:cubicBezTo>
                <a:cubicBezTo>
                  <a:pt x="27719" y="959536"/>
                  <a:pt x="0" y="931818"/>
                  <a:pt x="0" y="897624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03C2051E-A88D-48E5-BACF-AAED178927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2916245"/>
            <a:ext cx="159741" cy="552996"/>
          </a:xfrm>
          <a:custGeom>
            <a:avLst/>
            <a:gdLst>
              <a:gd name="connsiteX0" fmla="*/ 159741 w 159741"/>
              <a:gd name="connsiteY0" fmla="*/ 0 h 552996"/>
              <a:gd name="connsiteX1" fmla="*/ 159741 w 159741"/>
              <a:gd name="connsiteY1" fmla="*/ 552996 h 552996"/>
              <a:gd name="connsiteX2" fmla="*/ 141849 w 159741"/>
              <a:gd name="connsiteY2" fmla="*/ 543285 h 552996"/>
              <a:gd name="connsiteX3" fmla="*/ 0 w 159741"/>
              <a:gd name="connsiteY3" fmla="*/ 276498 h 552996"/>
              <a:gd name="connsiteX4" fmla="*/ 141849 w 159741"/>
              <a:gd name="connsiteY4" fmla="*/ 9711 h 5529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9741" h="552996">
                <a:moveTo>
                  <a:pt x="159741" y="0"/>
                </a:moveTo>
                <a:lnTo>
                  <a:pt x="159741" y="552996"/>
                </a:lnTo>
                <a:lnTo>
                  <a:pt x="141849" y="543285"/>
                </a:lnTo>
                <a:cubicBezTo>
                  <a:pt x="56268" y="485467"/>
                  <a:pt x="0" y="387554"/>
                  <a:pt x="0" y="276498"/>
                </a:cubicBezTo>
                <a:cubicBezTo>
                  <a:pt x="0" y="165443"/>
                  <a:pt x="56268" y="67529"/>
                  <a:pt x="141849" y="9711"/>
                </a:cubicBezTo>
                <a:close/>
              </a:path>
            </a:pathLst>
          </a:custGeom>
          <a:solidFill>
            <a:schemeClr val="accent2"/>
          </a:solidFill>
          <a:ln w="1270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7821A508-2985-4905-874A-527429BAAB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835649"/>
            <a:ext cx="1548180" cy="1022351"/>
          </a:xfrm>
          <a:custGeom>
            <a:avLst/>
            <a:gdLst>
              <a:gd name="connsiteX0" fmla="*/ 61913 w 1548180"/>
              <a:gd name="connsiteY0" fmla="*/ 0 h 1022351"/>
              <a:gd name="connsiteX1" fmla="*/ 1548180 w 1548180"/>
              <a:gd name="connsiteY1" fmla="*/ 0 h 1022351"/>
              <a:gd name="connsiteX2" fmla="*/ 1548180 w 1548180"/>
              <a:gd name="connsiteY2" fmla="*/ 123825 h 1022351"/>
              <a:gd name="connsiteX3" fmla="*/ 123825 w 1548180"/>
              <a:gd name="connsiteY3" fmla="*/ 123825 h 1022351"/>
              <a:gd name="connsiteX4" fmla="*/ 123825 w 1548180"/>
              <a:gd name="connsiteY4" fmla="*/ 1022351 h 1022351"/>
              <a:gd name="connsiteX5" fmla="*/ 0 w 1548180"/>
              <a:gd name="connsiteY5" fmla="*/ 1022351 h 1022351"/>
              <a:gd name="connsiteX6" fmla="*/ 0 w 1548180"/>
              <a:gd name="connsiteY6" fmla="*/ 61913 h 1022351"/>
              <a:gd name="connsiteX7" fmla="*/ 61913 w 1548180"/>
              <a:gd name="connsiteY7" fmla="*/ 0 h 10223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48180" h="1022351">
                <a:moveTo>
                  <a:pt x="61913" y="0"/>
                </a:moveTo>
                <a:lnTo>
                  <a:pt x="1548180" y="0"/>
                </a:lnTo>
                <a:lnTo>
                  <a:pt x="1548180" y="123825"/>
                </a:lnTo>
                <a:lnTo>
                  <a:pt x="123825" y="123825"/>
                </a:lnTo>
                <a:lnTo>
                  <a:pt x="123825" y="1022351"/>
                </a:lnTo>
                <a:lnTo>
                  <a:pt x="0" y="1022351"/>
                </a:ln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D2929CB1-0E3C-4B2D-ADC5-0154FB33BA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697761" y="5717906"/>
            <a:ext cx="1771609" cy="1140095"/>
          </a:xfrm>
          <a:custGeom>
            <a:avLst/>
            <a:gdLst>
              <a:gd name="connsiteX0" fmla="*/ 1561721 w 1771609"/>
              <a:gd name="connsiteY0" fmla="*/ 763041 h 1140095"/>
              <a:gd name="connsiteX1" fmla="*/ 1623024 w 1771609"/>
              <a:gd name="connsiteY1" fmla="*/ 792810 h 1140095"/>
              <a:gd name="connsiteX2" fmla="*/ 1711735 w 1771609"/>
              <a:gd name="connsiteY2" fmla="*/ 970132 h 1140095"/>
              <a:gd name="connsiteX3" fmla="*/ 1771609 w 1771609"/>
              <a:gd name="connsiteY3" fmla="*/ 1140095 h 1140095"/>
              <a:gd name="connsiteX4" fmla="*/ 1637225 w 1771609"/>
              <a:gd name="connsiteY4" fmla="*/ 1140095 h 1140095"/>
              <a:gd name="connsiteX5" fmla="*/ 1594820 w 1771609"/>
              <a:gd name="connsiteY5" fmla="*/ 1019711 h 1140095"/>
              <a:gd name="connsiteX6" fmla="*/ 1513200 w 1771609"/>
              <a:gd name="connsiteY6" fmla="*/ 856627 h 1140095"/>
              <a:gd name="connsiteX7" fmla="*/ 1538499 w 1771609"/>
              <a:gd name="connsiteY7" fmla="*/ 770415 h 1140095"/>
              <a:gd name="connsiteX8" fmla="*/ 1561721 w 1771609"/>
              <a:gd name="connsiteY8" fmla="*/ 763041 h 1140095"/>
              <a:gd name="connsiteX9" fmla="*/ 933455 w 1771609"/>
              <a:gd name="connsiteY9" fmla="*/ 161309 h 1140095"/>
              <a:gd name="connsiteX10" fmla="*/ 957797 w 1771609"/>
              <a:gd name="connsiteY10" fmla="*/ 167970 h 1140095"/>
              <a:gd name="connsiteX11" fmla="*/ 1286982 w 1771609"/>
              <a:gd name="connsiteY11" fmla="*/ 387616 h 1140095"/>
              <a:gd name="connsiteX12" fmla="*/ 1293725 w 1771609"/>
              <a:gd name="connsiteY12" fmla="*/ 477075 h 1140095"/>
              <a:gd name="connsiteX13" fmla="*/ 1245453 w 1771609"/>
              <a:gd name="connsiteY13" fmla="*/ 499154 h 1140095"/>
              <a:gd name="connsiteX14" fmla="*/ 1245167 w 1771609"/>
              <a:gd name="connsiteY14" fmla="*/ 499154 h 1140095"/>
              <a:gd name="connsiteX15" fmla="*/ 1203638 w 1771609"/>
              <a:gd name="connsiteY15" fmla="*/ 484104 h 1140095"/>
              <a:gd name="connsiteX16" fmla="*/ 900647 w 1771609"/>
              <a:gd name="connsiteY16" fmla="*/ 281508 h 1140095"/>
              <a:gd name="connsiteX17" fmla="*/ 872454 w 1771609"/>
              <a:gd name="connsiteY17" fmla="*/ 196164 h 1140095"/>
              <a:gd name="connsiteX18" fmla="*/ 933455 w 1771609"/>
              <a:gd name="connsiteY18" fmla="*/ 161309 h 1140095"/>
              <a:gd name="connsiteX19" fmla="*/ 256260 w 1771609"/>
              <a:gd name="connsiteY19" fmla="*/ 29 h 1140095"/>
              <a:gd name="connsiteX20" fmla="*/ 454020 w 1771609"/>
              <a:gd name="connsiteY20" fmla="*/ 13474 h 1140095"/>
              <a:gd name="connsiteX21" fmla="*/ 509236 w 1771609"/>
              <a:gd name="connsiteY21" fmla="*/ 84182 h 1140095"/>
              <a:gd name="connsiteX22" fmla="*/ 445829 w 1771609"/>
              <a:gd name="connsiteY22" fmla="*/ 139871 h 1140095"/>
              <a:gd name="connsiteX23" fmla="*/ 437447 w 1771609"/>
              <a:gd name="connsiteY23" fmla="*/ 139395 h 1140095"/>
              <a:gd name="connsiteX24" fmla="*/ 73211 w 1771609"/>
              <a:gd name="connsiteY24" fmla="*/ 137204 h 1140095"/>
              <a:gd name="connsiteX25" fmla="*/ 749 w 1771609"/>
              <a:gd name="connsiteY25" fmla="*/ 84082 h 1140095"/>
              <a:gd name="connsiteX26" fmla="*/ 53871 w 1771609"/>
              <a:gd name="connsiteY26" fmla="*/ 11621 h 1140095"/>
              <a:gd name="connsiteX27" fmla="*/ 58352 w 1771609"/>
              <a:gd name="connsiteY27" fmla="*/ 11093 h 1140095"/>
              <a:gd name="connsiteX28" fmla="*/ 256260 w 1771609"/>
              <a:gd name="connsiteY28" fmla="*/ 29 h 11400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1771609" h="1140095">
                <a:moveTo>
                  <a:pt x="1561721" y="763041"/>
                </a:moveTo>
                <a:cubicBezTo>
                  <a:pt x="1585506" y="760324"/>
                  <a:pt x="1609722" y="771249"/>
                  <a:pt x="1623024" y="792810"/>
                </a:cubicBezTo>
                <a:cubicBezTo>
                  <a:pt x="1656300" y="850065"/>
                  <a:pt x="1685920" y="909291"/>
                  <a:pt x="1711735" y="970132"/>
                </a:cubicBezTo>
                <a:lnTo>
                  <a:pt x="1771609" y="1140095"/>
                </a:lnTo>
                <a:lnTo>
                  <a:pt x="1637225" y="1140095"/>
                </a:lnTo>
                <a:lnTo>
                  <a:pt x="1594820" y="1019711"/>
                </a:lnTo>
                <a:cubicBezTo>
                  <a:pt x="1571072" y="963753"/>
                  <a:pt x="1543818" y="909282"/>
                  <a:pt x="1513200" y="856627"/>
                </a:cubicBezTo>
                <a:cubicBezTo>
                  <a:pt x="1496379" y="825834"/>
                  <a:pt x="1507704" y="787236"/>
                  <a:pt x="1538499" y="770415"/>
                </a:cubicBezTo>
                <a:cubicBezTo>
                  <a:pt x="1545912" y="766367"/>
                  <a:pt x="1553792" y="763946"/>
                  <a:pt x="1561721" y="763041"/>
                </a:cubicBezTo>
                <a:close/>
                <a:moveTo>
                  <a:pt x="933455" y="161309"/>
                </a:moveTo>
                <a:cubicBezTo>
                  <a:pt x="941693" y="161855"/>
                  <a:pt x="949959" y="164025"/>
                  <a:pt x="957797" y="167970"/>
                </a:cubicBezTo>
                <a:cubicBezTo>
                  <a:pt x="1076184" y="227289"/>
                  <a:pt x="1186759" y="301068"/>
                  <a:pt x="1286982" y="387616"/>
                </a:cubicBezTo>
                <a:cubicBezTo>
                  <a:pt x="1313547" y="410457"/>
                  <a:pt x="1316566" y="450510"/>
                  <a:pt x="1293725" y="477075"/>
                </a:cubicBezTo>
                <a:cubicBezTo>
                  <a:pt x="1281638" y="491137"/>
                  <a:pt x="1263998" y="499204"/>
                  <a:pt x="1245453" y="499154"/>
                </a:cubicBezTo>
                <a:lnTo>
                  <a:pt x="1245167" y="499154"/>
                </a:lnTo>
                <a:cubicBezTo>
                  <a:pt x="1229965" y="499301"/>
                  <a:pt x="1215220" y="493956"/>
                  <a:pt x="1203638" y="484104"/>
                </a:cubicBezTo>
                <a:cubicBezTo>
                  <a:pt x="1111407" y="404300"/>
                  <a:pt x="1009633" y="336248"/>
                  <a:pt x="900647" y="281508"/>
                </a:cubicBezTo>
                <a:cubicBezTo>
                  <a:pt x="869295" y="265726"/>
                  <a:pt x="856672" y="227516"/>
                  <a:pt x="872454" y="196164"/>
                </a:cubicBezTo>
                <a:cubicBezTo>
                  <a:pt x="884290" y="172650"/>
                  <a:pt x="908742" y="159670"/>
                  <a:pt x="933455" y="161309"/>
                </a:cubicBezTo>
                <a:close/>
                <a:moveTo>
                  <a:pt x="256260" y="29"/>
                </a:moveTo>
                <a:cubicBezTo>
                  <a:pt x="322331" y="427"/>
                  <a:pt x="388378" y="4909"/>
                  <a:pt x="454020" y="13474"/>
                </a:cubicBezTo>
                <a:cubicBezTo>
                  <a:pt x="488793" y="17752"/>
                  <a:pt x="513514" y="49409"/>
                  <a:pt x="509236" y="84182"/>
                </a:cubicBezTo>
                <a:cubicBezTo>
                  <a:pt x="505303" y="116151"/>
                  <a:pt x="478038" y="140098"/>
                  <a:pt x="445829" y="139871"/>
                </a:cubicBezTo>
                <a:cubicBezTo>
                  <a:pt x="443027" y="139899"/>
                  <a:pt x="440227" y="139740"/>
                  <a:pt x="437447" y="139395"/>
                </a:cubicBezTo>
                <a:cubicBezTo>
                  <a:pt x="316592" y="123615"/>
                  <a:pt x="194247" y="122878"/>
                  <a:pt x="73211" y="137204"/>
                </a:cubicBezTo>
                <a:cubicBezTo>
                  <a:pt x="38532" y="142545"/>
                  <a:pt x="6090" y="118762"/>
                  <a:pt x="749" y="84082"/>
                </a:cubicBezTo>
                <a:cubicBezTo>
                  <a:pt x="-4591" y="49403"/>
                  <a:pt x="19192" y="16961"/>
                  <a:pt x="53871" y="11621"/>
                </a:cubicBezTo>
                <a:cubicBezTo>
                  <a:pt x="55358" y="11392"/>
                  <a:pt x="56852" y="11216"/>
                  <a:pt x="58352" y="11093"/>
                </a:cubicBezTo>
                <a:cubicBezTo>
                  <a:pt x="124093" y="3319"/>
                  <a:pt x="190189" y="-369"/>
                  <a:pt x="256260" y="29"/>
                </a:cubicBezTo>
                <a:close/>
              </a:path>
            </a:pathLst>
          </a:custGeom>
          <a:solidFill>
            <a:schemeClr val="accent4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pic>
        <p:nvPicPr>
          <p:cNvPr id="4" name="Grafik 3" descr="&quot;1716388546872.jpg&quot; wird angezeigt.">
            <a:extLst>
              <a:ext uri="{FF2B5EF4-FFF2-40B4-BE49-F238E27FC236}">
                <a16:creationId xmlns:a16="http://schemas.microsoft.com/office/drawing/2014/main" id="{EA2A384A-C345-E9D1-BB08-F4C0BE29494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4303" r="1" b="20698"/>
          <a:stretch/>
        </p:blipFill>
        <p:spPr>
          <a:xfrm>
            <a:off x="631840" y="598720"/>
            <a:ext cx="5178249" cy="5178249"/>
          </a:xfrm>
          <a:custGeom>
            <a:avLst/>
            <a:gdLst/>
            <a:ahLst/>
            <a:cxnLst/>
            <a:rect l="l" t="t" r="r" b="b"/>
            <a:pathLst>
              <a:path w="3741748" h="3741748">
                <a:moveTo>
                  <a:pt x="1870874" y="0"/>
                </a:moveTo>
                <a:cubicBezTo>
                  <a:pt x="2904129" y="0"/>
                  <a:pt x="3741748" y="837619"/>
                  <a:pt x="3741748" y="1870874"/>
                </a:cubicBezTo>
                <a:cubicBezTo>
                  <a:pt x="3741748" y="2904129"/>
                  <a:pt x="2904129" y="3741748"/>
                  <a:pt x="1870874" y="3741748"/>
                </a:cubicBezTo>
                <a:cubicBezTo>
                  <a:pt x="837619" y="3741748"/>
                  <a:pt x="0" y="2904129"/>
                  <a:pt x="0" y="1870874"/>
                </a:cubicBezTo>
                <a:cubicBezTo>
                  <a:pt x="0" y="837619"/>
                  <a:pt x="837619" y="0"/>
                  <a:pt x="1870874" y="0"/>
                </a:cubicBezTo>
                <a:close/>
              </a:path>
            </a:pathLst>
          </a:custGeom>
        </p:spPr>
      </p:pic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5F2F0C84-BE8C-4DC2-A6D3-30349A801D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520513" y="6258756"/>
            <a:ext cx="1565940" cy="599245"/>
          </a:xfrm>
          <a:custGeom>
            <a:avLst/>
            <a:gdLst>
              <a:gd name="connsiteX0" fmla="*/ 782970 w 1565940"/>
              <a:gd name="connsiteY0" fmla="*/ 0 h 599245"/>
              <a:gd name="connsiteX1" fmla="*/ 1528042 w 1565940"/>
              <a:gd name="connsiteY1" fmla="*/ 480469 h 599245"/>
              <a:gd name="connsiteX2" fmla="*/ 1565940 w 1565940"/>
              <a:gd name="connsiteY2" fmla="*/ 599245 h 599245"/>
              <a:gd name="connsiteX3" fmla="*/ 0 w 1565940"/>
              <a:gd name="connsiteY3" fmla="*/ 599245 h 599245"/>
              <a:gd name="connsiteX4" fmla="*/ 37898 w 1565940"/>
              <a:gd name="connsiteY4" fmla="*/ 480469 h 599245"/>
              <a:gd name="connsiteX5" fmla="*/ 782970 w 1565940"/>
              <a:gd name="connsiteY5" fmla="*/ 0 h 5992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565940" h="599245">
                <a:moveTo>
                  <a:pt x="782970" y="0"/>
                </a:moveTo>
                <a:cubicBezTo>
                  <a:pt x="1117910" y="0"/>
                  <a:pt x="1405287" y="198118"/>
                  <a:pt x="1528042" y="480469"/>
                </a:cubicBezTo>
                <a:lnTo>
                  <a:pt x="1565940" y="599245"/>
                </a:lnTo>
                <a:lnTo>
                  <a:pt x="0" y="599245"/>
                </a:lnTo>
                <a:lnTo>
                  <a:pt x="37898" y="480469"/>
                </a:lnTo>
                <a:cubicBezTo>
                  <a:pt x="160653" y="198118"/>
                  <a:pt x="448030" y="0"/>
                  <a:pt x="782970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766584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262ABC4B-37D8-4218-BDD8-6DF6A00C0C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6" name="Grafik 5" descr="&quot;1716388546728.jpg&quot; wird angezeigt.">
            <a:extLst>
              <a:ext uri="{FF2B5EF4-FFF2-40B4-BE49-F238E27FC236}">
                <a16:creationId xmlns:a16="http://schemas.microsoft.com/office/drawing/2014/main" id="{CF3439D5-E3BC-067F-751B-B9EAE850760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4" r="-2" b="28140"/>
          <a:stretch/>
        </p:blipFill>
        <p:spPr>
          <a:xfrm>
            <a:off x="321730" y="321732"/>
            <a:ext cx="5674897" cy="3017405"/>
          </a:xfrm>
          <a:prstGeom prst="rect">
            <a:avLst/>
          </a:prstGeom>
        </p:spPr>
      </p:pic>
      <p:pic>
        <p:nvPicPr>
          <p:cNvPr id="4" name="Grafik 3" descr="&quot;1716388546848.jpg&quot; wird angezeigt.">
            <a:extLst>
              <a:ext uri="{FF2B5EF4-FFF2-40B4-BE49-F238E27FC236}">
                <a16:creationId xmlns:a16="http://schemas.microsoft.com/office/drawing/2014/main" id="{AF1550EE-82F3-168C-265E-9B49EA40CEB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-2" b="34448"/>
          <a:stretch/>
        </p:blipFill>
        <p:spPr>
          <a:xfrm>
            <a:off x="321730" y="3510853"/>
            <a:ext cx="5674897" cy="2789954"/>
          </a:xfrm>
          <a:prstGeom prst="rect">
            <a:avLst/>
          </a:prstGeom>
        </p:spPr>
      </p:pic>
      <p:pic>
        <p:nvPicPr>
          <p:cNvPr id="5" name="Grafik 4" descr="&quot;1716388546778.jpg&quot; wird angezeigt.">
            <a:extLst>
              <a:ext uri="{FF2B5EF4-FFF2-40B4-BE49-F238E27FC236}">
                <a16:creationId xmlns:a16="http://schemas.microsoft.com/office/drawing/2014/main" id="{361231CF-5E32-AE08-2DB2-23622807EB4F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7403" r="11411" b="-1"/>
          <a:stretch/>
        </p:blipFill>
        <p:spPr>
          <a:xfrm>
            <a:off x="6195373" y="321733"/>
            <a:ext cx="5674897" cy="5979074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532929CC-23C9-1E77-0034-F7E46AC220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6303" y="6309514"/>
            <a:ext cx="5779394" cy="539779"/>
          </a:xfrm>
          <a:noFill/>
        </p:spPr>
        <p:txBody>
          <a:bodyPr>
            <a:normAutofit fontScale="90000"/>
          </a:bodyPr>
          <a:lstStyle/>
          <a:p>
            <a:pPr algn="ctr"/>
            <a:r>
              <a:rPr lang="de-DE" sz="5400" b="1" dirty="0">
                <a:solidFill>
                  <a:srgbClr val="BAD453"/>
                </a:solidFill>
              </a:rPr>
              <a:t>Maiausflug 2023/24</a:t>
            </a:r>
            <a:endParaRPr lang="de-DE" dirty="0">
              <a:solidFill>
                <a:srgbClr val="BAD453"/>
              </a:solidFill>
            </a:endParaRP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3733B39B-3582-71F8-5141-3F7ACB9C4627}"/>
              </a:ext>
            </a:extLst>
          </p:cNvPr>
          <p:cNvSpPr txBox="1"/>
          <p:nvPr/>
        </p:nvSpPr>
        <p:spPr>
          <a:xfrm>
            <a:off x="4883020" y="202163"/>
            <a:ext cx="2743199" cy="3657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6291680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D073016-B734-483B-8953-5BADEE1451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38600" y="0"/>
            <a:ext cx="8157458" cy="6858000"/>
          </a:xfrm>
          <a:prstGeom prst="rect">
            <a:avLst/>
          </a:prstGeom>
          <a:gradFill>
            <a:gsLst>
              <a:gs pos="2000">
                <a:schemeClr val="accent1"/>
              </a:gs>
              <a:gs pos="78000">
                <a:schemeClr val="accent1">
                  <a:lumMod val="50000"/>
                </a:schemeClr>
              </a:gs>
              <a:gs pos="100000">
                <a:srgbClr val="000000">
                  <a:alpha val="85000"/>
                </a:srgbClr>
              </a:gs>
            </a:gsLst>
            <a:lin ang="18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0A7EAB6-59D3-4325-8DE6-E0CA4009CE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034537" y="1839884"/>
            <a:ext cx="8157460" cy="5017687"/>
          </a:xfrm>
          <a:prstGeom prst="rect">
            <a:avLst/>
          </a:prstGeom>
          <a:gradFill>
            <a:gsLst>
              <a:gs pos="0">
                <a:schemeClr val="accent1">
                  <a:lumMod val="60000"/>
                  <a:lumOff val="40000"/>
                  <a:alpha val="30000"/>
                </a:schemeClr>
              </a:gs>
              <a:gs pos="100000">
                <a:srgbClr val="000000">
                  <a:alpha val="44000"/>
                </a:srgbClr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4063179" y="-33131"/>
            <a:ext cx="6857999" cy="6923403"/>
          </a:xfrm>
          <a:prstGeom prst="rect">
            <a:avLst/>
          </a:prstGeom>
          <a:gradFill>
            <a:gsLst>
              <a:gs pos="56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/>
              </a:gs>
            </a:gsLst>
            <a:lin ang="6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Inhaltsplatzhalter 3" descr="&quot;1716388546708.jpg&quot; wird angezeigt.">
            <a:extLst>
              <a:ext uri="{FF2B5EF4-FFF2-40B4-BE49-F238E27FC236}">
                <a16:creationId xmlns:a16="http://schemas.microsoft.com/office/drawing/2014/main" id="{65F0DD02-FB3F-6EE7-A00F-89F7534B6D9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l="8283" t="36865" r="5859" b="9973"/>
          <a:stretch/>
        </p:blipFill>
        <p:spPr>
          <a:xfrm>
            <a:off x="457200" y="810405"/>
            <a:ext cx="11277600" cy="52371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818280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8B089790-F4B6-46A7-BB28-7B74A9A9EF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Grafik 3" descr="&quot;1716388434514.jpg&quot; wird angezeigt.">
            <a:extLst>
              <a:ext uri="{FF2B5EF4-FFF2-40B4-BE49-F238E27FC236}">
                <a16:creationId xmlns:a16="http://schemas.microsoft.com/office/drawing/2014/main" id="{5CEBD1DC-6625-7429-CAB3-C6AB560F4FE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3663" b="29973"/>
          <a:stretch/>
        </p:blipFill>
        <p:spPr>
          <a:xfrm>
            <a:off x="-1" y="1"/>
            <a:ext cx="12192000" cy="6068290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9DE3F54D-33BC-4382-A2AB-5E002F0F1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305" y="5029199"/>
            <a:ext cx="12228128" cy="1828800"/>
            <a:chOff x="-305" y="2987478"/>
            <a:chExt cx="12188952" cy="1828800"/>
          </a:xfrm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6798451A-4EC8-4869-8DFB-BCE4E00BE5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2987478"/>
              <a:ext cx="12188952" cy="1099712"/>
            </a:xfrm>
            <a:custGeom>
              <a:avLst/>
              <a:gdLst>
                <a:gd name="connsiteX0" fmla="*/ 9182100 w 9182100"/>
                <a:gd name="connsiteY0" fmla="*/ 396420 h 932744"/>
                <a:gd name="connsiteX1" fmla="*/ 9103805 w 9182100"/>
                <a:gd name="connsiteY1" fmla="*/ 392229 h 932744"/>
                <a:gd name="connsiteX2" fmla="*/ 8712422 w 9182100"/>
                <a:gd name="connsiteY2" fmla="*/ 359749 h 932744"/>
                <a:gd name="connsiteX3" fmla="*/ 8322755 w 9182100"/>
                <a:gd name="connsiteY3" fmla="*/ 313362 h 932744"/>
                <a:gd name="connsiteX4" fmla="*/ 8134826 w 9182100"/>
                <a:gd name="connsiteY4" fmla="*/ 283930 h 932744"/>
                <a:gd name="connsiteX5" fmla="*/ 8090916 w 9182100"/>
                <a:gd name="connsiteY5" fmla="*/ 275643 h 932744"/>
                <a:gd name="connsiteX6" fmla="*/ 8069485 w 9182100"/>
                <a:gd name="connsiteY6" fmla="*/ 271262 h 932744"/>
                <a:gd name="connsiteX7" fmla="*/ 8041862 w 9182100"/>
                <a:gd name="connsiteY7" fmla="*/ 266595 h 932744"/>
                <a:gd name="connsiteX8" fmla="*/ 7986903 w 9182100"/>
                <a:gd name="connsiteY8" fmla="*/ 257546 h 932744"/>
                <a:gd name="connsiteX9" fmla="*/ 7934230 w 9182100"/>
                <a:gd name="connsiteY9" fmla="*/ 249640 h 932744"/>
                <a:gd name="connsiteX10" fmla="*/ 7727537 w 9182100"/>
                <a:gd name="connsiteY10" fmla="*/ 221922 h 932744"/>
                <a:gd name="connsiteX11" fmla="*/ 7625239 w 9182100"/>
                <a:gd name="connsiteY11" fmla="*/ 209730 h 932744"/>
                <a:gd name="connsiteX12" fmla="*/ 7523227 w 9182100"/>
                <a:gd name="connsiteY12" fmla="*/ 198110 h 932744"/>
                <a:gd name="connsiteX13" fmla="*/ 7115651 w 9182100"/>
                <a:gd name="connsiteY13" fmla="*/ 158010 h 932744"/>
                <a:gd name="connsiteX14" fmla="*/ 6706839 w 9182100"/>
                <a:gd name="connsiteY14" fmla="*/ 126958 h 932744"/>
                <a:gd name="connsiteX15" fmla="*/ 6604064 w 9182100"/>
                <a:gd name="connsiteY15" fmla="*/ 120862 h 932744"/>
                <a:gd name="connsiteX16" fmla="*/ 6501003 w 9182100"/>
                <a:gd name="connsiteY16" fmla="*/ 115338 h 932744"/>
                <a:gd name="connsiteX17" fmla="*/ 6397467 w 9182100"/>
                <a:gd name="connsiteY17" fmla="*/ 110385 h 932744"/>
                <a:gd name="connsiteX18" fmla="*/ 6293168 w 9182100"/>
                <a:gd name="connsiteY18" fmla="*/ 106860 h 932744"/>
                <a:gd name="connsiteX19" fmla="*/ 6079712 w 9182100"/>
                <a:gd name="connsiteY19" fmla="*/ 103908 h 932744"/>
                <a:gd name="connsiteX20" fmla="*/ 6024563 w 9182100"/>
                <a:gd name="connsiteY20" fmla="*/ 104479 h 932744"/>
                <a:gd name="connsiteX21" fmla="*/ 5968080 w 9182100"/>
                <a:gd name="connsiteY21" fmla="*/ 106479 h 932744"/>
                <a:gd name="connsiteX22" fmla="*/ 5855875 w 9182100"/>
                <a:gd name="connsiteY22" fmla="*/ 113242 h 932744"/>
                <a:gd name="connsiteX23" fmla="*/ 5439251 w 9182100"/>
                <a:gd name="connsiteY23" fmla="*/ 160105 h 932744"/>
                <a:gd name="connsiteX24" fmla="*/ 5075396 w 9182100"/>
                <a:gd name="connsiteY24" fmla="*/ 186585 h 932744"/>
                <a:gd name="connsiteX25" fmla="*/ 4712780 w 9182100"/>
                <a:gd name="connsiteY25" fmla="*/ 171249 h 932744"/>
                <a:gd name="connsiteX26" fmla="*/ 4666679 w 9182100"/>
                <a:gd name="connsiteY26" fmla="*/ 166773 h 932744"/>
                <a:gd name="connsiteX27" fmla="*/ 4620292 w 9182100"/>
                <a:gd name="connsiteY27" fmla="*/ 161629 h 932744"/>
                <a:gd name="connsiteX28" fmla="*/ 4573810 w 9182100"/>
                <a:gd name="connsiteY28" fmla="*/ 156009 h 932744"/>
                <a:gd name="connsiteX29" fmla="*/ 4550569 w 9182100"/>
                <a:gd name="connsiteY29" fmla="*/ 153057 h 932744"/>
                <a:gd name="connsiteX30" fmla="*/ 4538948 w 9182100"/>
                <a:gd name="connsiteY30" fmla="*/ 151628 h 932744"/>
                <a:gd name="connsiteX31" fmla="*/ 4526566 w 9182100"/>
                <a:gd name="connsiteY31" fmla="*/ 149913 h 932744"/>
                <a:gd name="connsiteX32" fmla="*/ 4327779 w 9182100"/>
                <a:gd name="connsiteY32" fmla="*/ 122862 h 932744"/>
                <a:gd name="connsiteX33" fmla="*/ 3929729 w 9182100"/>
                <a:gd name="connsiteY33" fmla="*/ 68189 h 932744"/>
                <a:gd name="connsiteX34" fmla="*/ 3729133 w 9182100"/>
                <a:gd name="connsiteY34" fmla="*/ 41900 h 932744"/>
                <a:gd name="connsiteX35" fmla="*/ 3628930 w 9182100"/>
                <a:gd name="connsiteY35" fmla="*/ 28946 h 932744"/>
                <a:gd name="connsiteX36" fmla="*/ 3573399 w 9182100"/>
                <a:gd name="connsiteY36" fmla="*/ 22278 h 932744"/>
                <a:gd name="connsiteX37" fmla="*/ 3516916 w 9182100"/>
                <a:gd name="connsiteY37" fmla="*/ 16468 h 932744"/>
                <a:gd name="connsiteX38" fmla="*/ 3074670 w 9182100"/>
                <a:gd name="connsiteY38" fmla="*/ 752 h 932744"/>
                <a:gd name="connsiteX39" fmla="*/ 2858738 w 9182100"/>
                <a:gd name="connsiteY39" fmla="*/ 8753 h 932744"/>
                <a:gd name="connsiteX40" fmla="*/ 2645474 w 9182100"/>
                <a:gd name="connsiteY40" fmla="*/ 25326 h 932744"/>
                <a:gd name="connsiteX41" fmla="*/ 1810798 w 9182100"/>
                <a:gd name="connsiteY41" fmla="*/ 158010 h 932744"/>
                <a:gd name="connsiteX42" fmla="*/ 1602772 w 9182100"/>
                <a:gd name="connsiteY42" fmla="*/ 208111 h 932744"/>
                <a:gd name="connsiteX43" fmla="*/ 1548860 w 9182100"/>
                <a:gd name="connsiteY43" fmla="*/ 222780 h 932744"/>
                <a:gd name="connsiteX44" fmla="*/ 1501331 w 9182100"/>
                <a:gd name="connsiteY44" fmla="*/ 236115 h 932744"/>
                <a:gd name="connsiteX45" fmla="*/ 1411224 w 9182100"/>
                <a:gd name="connsiteY45" fmla="*/ 260880 h 932744"/>
                <a:gd name="connsiteX46" fmla="*/ 1050893 w 9182100"/>
                <a:gd name="connsiteY46" fmla="*/ 338032 h 932744"/>
                <a:gd name="connsiteX47" fmla="*/ 871252 w 9182100"/>
                <a:gd name="connsiteY47" fmla="*/ 360511 h 932744"/>
                <a:gd name="connsiteX48" fmla="*/ 781812 w 9182100"/>
                <a:gd name="connsiteY48" fmla="*/ 366512 h 932744"/>
                <a:gd name="connsiteX49" fmla="*/ 692563 w 9182100"/>
                <a:gd name="connsiteY49" fmla="*/ 369655 h 932744"/>
                <a:gd name="connsiteX50" fmla="*/ 515017 w 9182100"/>
                <a:gd name="connsiteY50" fmla="*/ 363940 h 932744"/>
                <a:gd name="connsiteX51" fmla="*/ 337661 w 9182100"/>
                <a:gd name="connsiteY51" fmla="*/ 341937 h 932744"/>
                <a:gd name="connsiteX52" fmla="*/ 156972 w 9182100"/>
                <a:gd name="connsiteY52" fmla="*/ 303456 h 932744"/>
                <a:gd name="connsiteX53" fmla="*/ 0 w 9182100"/>
                <a:gd name="connsiteY53" fmla="*/ 261642 h 932744"/>
                <a:gd name="connsiteX54" fmla="*/ 0 w 9182100"/>
                <a:gd name="connsiteY54" fmla="*/ 713412 h 932744"/>
                <a:gd name="connsiteX55" fmla="*/ 9144 w 9182100"/>
                <a:gd name="connsiteY55" fmla="*/ 717699 h 932744"/>
                <a:gd name="connsiteX56" fmla="*/ 213360 w 9182100"/>
                <a:gd name="connsiteY56" fmla="*/ 801042 h 932744"/>
                <a:gd name="connsiteX57" fmla="*/ 653510 w 9182100"/>
                <a:gd name="connsiteY57" fmla="*/ 908199 h 932744"/>
                <a:gd name="connsiteX58" fmla="*/ 1101947 w 9182100"/>
                <a:gd name="connsiteY58" fmla="*/ 930773 h 932744"/>
                <a:gd name="connsiteX59" fmla="*/ 1540002 w 9182100"/>
                <a:gd name="connsiteY59" fmla="*/ 889434 h 932744"/>
                <a:gd name="connsiteX60" fmla="*/ 1647158 w 9182100"/>
                <a:gd name="connsiteY60" fmla="*/ 871242 h 932744"/>
                <a:gd name="connsiteX61" fmla="*/ 1698117 w 9182100"/>
                <a:gd name="connsiteY61" fmla="*/ 862193 h 932744"/>
                <a:gd name="connsiteX62" fmla="*/ 1742789 w 9182100"/>
                <a:gd name="connsiteY62" fmla="*/ 854668 h 932744"/>
                <a:gd name="connsiteX63" fmla="*/ 1931003 w 9182100"/>
                <a:gd name="connsiteY63" fmla="*/ 826950 h 932744"/>
                <a:gd name="connsiteX64" fmla="*/ 2314861 w 9182100"/>
                <a:gd name="connsiteY64" fmla="*/ 783897 h 932744"/>
                <a:gd name="connsiteX65" fmla="*/ 2506885 w 9182100"/>
                <a:gd name="connsiteY65" fmla="*/ 768086 h 932744"/>
                <a:gd name="connsiteX66" fmla="*/ 2602611 w 9182100"/>
                <a:gd name="connsiteY66" fmla="*/ 762085 h 932744"/>
                <a:gd name="connsiteX67" fmla="*/ 2698052 w 9182100"/>
                <a:gd name="connsiteY67" fmla="*/ 756846 h 932744"/>
                <a:gd name="connsiteX68" fmla="*/ 2887980 w 9182100"/>
                <a:gd name="connsiteY68" fmla="*/ 750846 h 932744"/>
                <a:gd name="connsiteX69" fmla="*/ 3075813 w 9182100"/>
                <a:gd name="connsiteY69" fmla="*/ 750179 h 932744"/>
                <a:gd name="connsiteX70" fmla="*/ 3168587 w 9182100"/>
                <a:gd name="connsiteY70" fmla="*/ 752751 h 932744"/>
                <a:gd name="connsiteX71" fmla="*/ 3260408 w 9182100"/>
                <a:gd name="connsiteY71" fmla="*/ 756656 h 932744"/>
                <a:gd name="connsiteX72" fmla="*/ 3440049 w 9182100"/>
                <a:gd name="connsiteY72" fmla="*/ 771610 h 932744"/>
                <a:gd name="connsiteX73" fmla="*/ 3483864 w 9182100"/>
                <a:gd name="connsiteY73" fmla="*/ 776849 h 932744"/>
                <a:gd name="connsiteX74" fmla="*/ 3528536 w 9182100"/>
                <a:gd name="connsiteY74" fmla="*/ 782469 h 932744"/>
                <a:gd name="connsiteX75" fmla="*/ 3628549 w 9182100"/>
                <a:gd name="connsiteY75" fmla="*/ 796089 h 932744"/>
                <a:gd name="connsiteX76" fmla="*/ 3828574 w 9182100"/>
                <a:gd name="connsiteY76" fmla="*/ 823140 h 932744"/>
                <a:gd name="connsiteX77" fmla="*/ 4231196 w 9182100"/>
                <a:gd name="connsiteY77" fmla="*/ 874099 h 932744"/>
                <a:gd name="connsiteX78" fmla="*/ 4433126 w 9182100"/>
                <a:gd name="connsiteY78" fmla="*/ 897435 h 932744"/>
                <a:gd name="connsiteX79" fmla="*/ 4485990 w 9182100"/>
                <a:gd name="connsiteY79" fmla="*/ 903246 h 932744"/>
                <a:gd name="connsiteX80" fmla="*/ 4539806 w 9182100"/>
                <a:gd name="connsiteY80" fmla="*/ 908961 h 932744"/>
                <a:gd name="connsiteX81" fmla="*/ 4593908 w 9182100"/>
                <a:gd name="connsiteY81" fmla="*/ 914199 h 932744"/>
                <a:gd name="connsiteX82" fmla="*/ 4648296 w 9182100"/>
                <a:gd name="connsiteY82" fmla="*/ 918771 h 932744"/>
                <a:gd name="connsiteX83" fmla="*/ 5092446 w 9182100"/>
                <a:gd name="connsiteY83" fmla="*/ 931154 h 932744"/>
                <a:gd name="connsiteX84" fmla="*/ 5533168 w 9182100"/>
                <a:gd name="connsiteY84" fmla="*/ 891816 h 932744"/>
                <a:gd name="connsiteX85" fmla="*/ 5918169 w 9182100"/>
                <a:gd name="connsiteY85" fmla="*/ 840666 h 932744"/>
                <a:gd name="connsiteX86" fmla="*/ 6007323 w 9182100"/>
                <a:gd name="connsiteY86" fmla="*/ 833237 h 932744"/>
                <a:gd name="connsiteX87" fmla="*/ 6051709 w 9182100"/>
                <a:gd name="connsiteY87" fmla="*/ 830570 h 932744"/>
                <a:gd name="connsiteX88" fmla="*/ 6097429 w 9182100"/>
                <a:gd name="connsiteY88" fmla="*/ 828379 h 932744"/>
                <a:gd name="connsiteX89" fmla="*/ 6287834 w 9182100"/>
                <a:gd name="connsiteY89" fmla="*/ 822569 h 932744"/>
                <a:gd name="connsiteX90" fmla="*/ 6681597 w 9182100"/>
                <a:gd name="connsiteY90" fmla="*/ 821235 h 932744"/>
                <a:gd name="connsiteX91" fmla="*/ 7079647 w 9182100"/>
                <a:gd name="connsiteY91" fmla="*/ 826569 h 932744"/>
                <a:gd name="connsiteX92" fmla="*/ 7478173 w 9182100"/>
                <a:gd name="connsiteY92" fmla="*/ 836094 h 932744"/>
                <a:gd name="connsiteX93" fmla="*/ 7871937 w 9182100"/>
                <a:gd name="connsiteY93" fmla="*/ 851430 h 932744"/>
                <a:gd name="connsiteX94" fmla="*/ 7919657 w 9182100"/>
                <a:gd name="connsiteY94" fmla="*/ 854097 h 932744"/>
                <a:gd name="connsiteX95" fmla="*/ 7964901 w 9182100"/>
                <a:gd name="connsiteY95" fmla="*/ 857240 h 932744"/>
                <a:gd name="connsiteX96" fmla="*/ 8015955 w 9182100"/>
                <a:gd name="connsiteY96" fmla="*/ 861050 h 932744"/>
                <a:gd name="connsiteX97" fmla="*/ 8072247 w 9182100"/>
                <a:gd name="connsiteY97" fmla="*/ 864384 h 932744"/>
                <a:gd name="connsiteX98" fmla="*/ 8286750 w 9182100"/>
                <a:gd name="connsiteY98" fmla="*/ 868384 h 932744"/>
                <a:gd name="connsiteX99" fmla="*/ 8704040 w 9182100"/>
                <a:gd name="connsiteY99" fmla="*/ 853716 h 932744"/>
                <a:gd name="connsiteX100" fmla="*/ 9120188 w 9182100"/>
                <a:gd name="connsiteY100" fmla="*/ 814092 h 932744"/>
                <a:gd name="connsiteX101" fmla="*/ 9181909 w 9182100"/>
                <a:gd name="connsiteY101" fmla="*/ 805519 h 932744"/>
                <a:gd name="connsiteX102" fmla="*/ 9181909 w 9182100"/>
                <a:gd name="connsiteY102" fmla="*/ 396420 h 9327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</a:cxnLst>
              <a:rect l="l" t="t" r="r" b="b"/>
              <a:pathLst>
                <a:path w="9182100" h="932744">
                  <a:moveTo>
                    <a:pt x="9182100" y="396420"/>
                  </a:moveTo>
                  <a:cubicBezTo>
                    <a:pt x="9156097" y="395182"/>
                    <a:pt x="9129999" y="393753"/>
                    <a:pt x="9103805" y="392229"/>
                  </a:cubicBezTo>
                  <a:cubicBezTo>
                    <a:pt x="8974169" y="384419"/>
                    <a:pt x="8843105" y="372989"/>
                    <a:pt x="8712422" y="359749"/>
                  </a:cubicBezTo>
                  <a:cubicBezTo>
                    <a:pt x="8581739" y="346319"/>
                    <a:pt x="8451056" y="331269"/>
                    <a:pt x="8322755" y="313362"/>
                  </a:cubicBezTo>
                  <a:cubicBezTo>
                    <a:pt x="8258747" y="304695"/>
                    <a:pt x="8195120" y="294979"/>
                    <a:pt x="8134826" y="283930"/>
                  </a:cubicBezTo>
                  <a:cubicBezTo>
                    <a:pt x="8119872" y="281168"/>
                    <a:pt x="8105013" y="278501"/>
                    <a:pt x="8090916" y="275643"/>
                  </a:cubicBezTo>
                  <a:lnTo>
                    <a:pt x="8069485" y="271262"/>
                  </a:lnTo>
                  <a:lnTo>
                    <a:pt x="8041862" y="266595"/>
                  </a:lnTo>
                  <a:cubicBezTo>
                    <a:pt x="8023574" y="263547"/>
                    <a:pt x="8004524" y="260213"/>
                    <a:pt x="7986903" y="257546"/>
                  </a:cubicBezTo>
                  <a:lnTo>
                    <a:pt x="7934230" y="249640"/>
                  </a:lnTo>
                  <a:cubicBezTo>
                    <a:pt x="7864221" y="239258"/>
                    <a:pt x="7795832" y="230209"/>
                    <a:pt x="7727537" y="221922"/>
                  </a:cubicBezTo>
                  <a:lnTo>
                    <a:pt x="7625239" y="209730"/>
                  </a:lnTo>
                  <a:lnTo>
                    <a:pt x="7523227" y="198110"/>
                  </a:lnTo>
                  <a:cubicBezTo>
                    <a:pt x="7387209" y="183060"/>
                    <a:pt x="7251573" y="170392"/>
                    <a:pt x="7115651" y="158010"/>
                  </a:cubicBezTo>
                  <a:cubicBezTo>
                    <a:pt x="6979730" y="146580"/>
                    <a:pt x="6843522" y="135721"/>
                    <a:pt x="6706839" y="126958"/>
                  </a:cubicBezTo>
                  <a:lnTo>
                    <a:pt x="6604064" y="120862"/>
                  </a:lnTo>
                  <a:cubicBezTo>
                    <a:pt x="6569869" y="118767"/>
                    <a:pt x="6535484" y="116862"/>
                    <a:pt x="6501003" y="115338"/>
                  </a:cubicBezTo>
                  <a:lnTo>
                    <a:pt x="6397467" y="110385"/>
                  </a:lnTo>
                  <a:lnTo>
                    <a:pt x="6293168" y="106860"/>
                  </a:lnTo>
                  <a:cubicBezTo>
                    <a:pt x="6222969" y="105146"/>
                    <a:pt x="6152769" y="103527"/>
                    <a:pt x="6079712" y="103908"/>
                  </a:cubicBezTo>
                  <a:cubicBezTo>
                    <a:pt x="6061710" y="103908"/>
                    <a:pt x="6043708" y="103812"/>
                    <a:pt x="6024563" y="104479"/>
                  </a:cubicBezTo>
                  <a:cubicBezTo>
                    <a:pt x="6005703" y="104955"/>
                    <a:pt x="5986844" y="105527"/>
                    <a:pt x="5968080" y="106479"/>
                  </a:cubicBezTo>
                  <a:cubicBezTo>
                    <a:pt x="5930456" y="108003"/>
                    <a:pt x="5893023" y="110385"/>
                    <a:pt x="5855875" y="113242"/>
                  </a:cubicBezTo>
                  <a:cubicBezTo>
                    <a:pt x="5706904" y="124577"/>
                    <a:pt x="5565934" y="145151"/>
                    <a:pt x="5439251" y="160105"/>
                  </a:cubicBezTo>
                  <a:cubicBezTo>
                    <a:pt x="5311902" y="175536"/>
                    <a:pt x="5194745" y="184680"/>
                    <a:pt x="5075396" y="186585"/>
                  </a:cubicBezTo>
                  <a:cubicBezTo>
                    <a:pt x="4956429" y="188490"/>
                    <a:pt x="4835748" y="182775"/>
                    <a:pt x="4712780" y="171249"/>
                  </a:cubicBezTo>
                  <a:lnTo>
                    <a:pt x="4666679" y="166773"/>
                  </a:lnTo>
                  <a:lnTo>
                    <a:pt x="4620292" y="161629"/>
                  </a:lnTo>
                  <a:cubicBezTo>
                    <a:pt x="4604862" y="160010"/>
                    <a:pt x="4589336" y="157914"/>
                    <a:pt x="4573810" y="156009"/>
                  </a:cubicBezTo>
                  <a:lnTo>
                    <a:pt x="4550569" y="153057"/>
                  </a:lnTo>
                  <a:lnTo>
                    <a:pt x="4538948" y="151628"/>
                  </a:lnTo>
                  <a:lnTo>
                    <a:pt x="4526566" y="149913"/>
                  </a:lnTo>
                  <a:lnTo>
                    <a:pt x="4327779" y="122862"/>
                  </a:lnTo>
                  <a:lnTo>
                    <a:pt x="3929729" y="68189"/>
                  </a:lnTo>
                  <a:lnTo>
                    <a:pt x="3729133" y="41900"/>
                  </a:lnTo>
                  <a:lnTo>
                    <a:pt x="3628930" y="28946"/>
                  </a:lnTo>
                  <a:lnTo>
                    <a:pt x="3573399" y="22278"/>
                  </a:lnTo>
                  <a:cubicBezTo>
                    <a:pt x="3554445" y="19992"/>
                    <a:pt x="3535585" y="17992"/>
                    <a:pt x="3516916" y="16468"/>
                  </a:cubicBezTo>
                  <a:cubicBezTo>
                    <a:pt x="3366611" y="2752"/>
                    <a:pt x="3219736" y="-2010"/>
                    <a:pt x="3074670" y="752"/>
                  </a:cubicBezTo>
                  <a:cubicBezTo>
                    <a:pt x="3002280" y="2181"/>
                    <a:pt x="2930176" y="4467"/>
                    <a:pt x="2858738" y="8753"/>
                  </a:cubicBezTo>
                  <a:cubicBezTo>
                    <a:pt x="2787206" y="13039"/>
                    <a:pt x="2716149" y="18754"/>
                    <a:pt x="2645474" y="25326"/>
                  </a:cubicBezTo>
                  <a:cubicBezTo>
                    <a:pt x="2362581" y="52473"/>
                    <a:pt x="2085975" y="97145"/>
                    <a:pt x="1810798" y="158010"/>
                  </a:cubicBezTo>
                  <a:cubicBezTo>
                    <a:pt x="1741837" y="173345"/>
                    <a:pt x="1673066" y="189442"/>
                    <a:pt x="1602772" y="208111"/>
                  </a:cubicBezTo>
                  <a:lnTo>
                    <a:pt x="1548860" y="222780"/>
                  </a:lnTo>
                  <a:lnTo>
                    <a:pt x="1501331" y="236115"/>
                  </a:lnTo>
                  <a:cubicBezTo>
                    <a:pt x="1471327" y="244497"/>
                    <a:pt x="1441228" y="253450"/>
                    <a:pt x="1411224" y="260880"/>
                  </a:cubicBezTo>
                  <a:cubicBezTo>
                    <a:pt x="1291209" y="293074"/>
                    <a:pt x="1170813" y="318982"/>
                    <a:pt x="1050893" y="338032"/>
                  </a:cubicBezTo>
                  <a:cubicBezTo>
                    <a:pt x="990790" y="347557"/>
                    <a:pt x="931069" y="354796"/>
                    <a:pt x="871252" y="360511"/>
                  </a:cubicBezTo>
                  <a:cubicBezTo>
                    <a:pt x="841438" y="362702"/>
                    <a:pt x="811530" y="365559"/>
                    <a:pt x="781812" y="366512"/>
                  </a:cubicBezTo>
                  <a:cubicBezTo>
                    <a:pt x="751904" y="368512"/>
                    <a:pt x="722376" y="368893"/>
                    <a:pt x="692563" y="369655"/>
                  </a:cubicBezTo>
                  <a:cubicBezTo>
                    <a:pt x="633222" y="370036"/>
                    <a:pt x="574167" y="368131"/>
                    <a:pt x="515017" y="363940"/>
                  </a:cubicBezTo>
                  <a:cubicBezTo>
                    <a:pt x="455867" y="359749"/>
                    <a:pt x="397097" y="351748"/>
                    <a:pt x="337661" y="341937"/>
                  </a:cubicBezTo>
                  <a:cubicBezTo>
                    <a:pt x="278225" y="331936"/>
                    <a:pt x="218599" y="318696"/>
                    <a:pt x="156972" y="303456"/>
                  </a:cubicBezTo>
                  <a:cubicBezTo>
                    <a:pt x="106680" y="290883"/>
                    <a:pt x="55150" y="276405"/>
                    <a:pt x="0" y="261642"/>
                  </a:cubicBezTo>
                  <a:lnTo>
                    <a:pt x="0" y="713412"/>
                  </a:lnTo>
                  <a:cubicBezTo>
                    <a:pt x="3048" y="714841"/>
                    <a:pt x="6096" y="716270"/>
                    <a:pt x="9144" y="717699"/>
                  </a:cubicBezTo>
                  <a:cubicBezTo>
                    <a:pt x="74295" y="747798"/>
                    <a:pt x="142875" y="775896"/>
                    <a:pt x="213360" y="801042"/>
                  </a:cubicBezTo>
                  <a:cubicBezTo>
                    <a:pt x="354521" y="851715"/>
                    <a:pt x="503873" y="887244"/>
                    <a:pt x="653510" y="908199"/>
                  </a:cubicBezTo>
                  <a:cubicBezTo>
                    <a:pt x="803338" y="928773"/>
                    <a:pt x="953929" y="935631"/>
                    <a:pt x="1101947" y="930773"/>
                  </a:cubicBezTo>
                  <a:cubicBezTo>
                    <a:pt x="1250252" y="926582"/>
                    <a:pt x="1396365" y="911437"/>
                    <a:pt x="1540002" y="889434"/>
                  </a:cubicBezTo>
                  <a:cubicBezTo>
                    <a:pt x="1576197" y="884386"/>
                    <a:pt x="1611535" y="877433"/>
                    <a:pt x="1647158" y="871242"/>
                  </a:cubicBezTo>
                  <a:lnTo>
                    <a:pt x="1698117" y="862193"/>
                  </a:lnTo>
                  <a:lnTo>
                    <a:pt x="1742789" y="854668"/>
                  </a:lnTo>
                  <a:cubicBezTo>
                    <a:pt x="1804035" y="845048"/>
                    <a:pt x="1867472" y="835428"/>
                    <a:pt x="1931003" y="826950"/>
                  </a:cubicBezTo>
                  <a:cubicBezTo>
                    <a:pt x="2058353" y="810282"/>
                    <a:pt x="2186750" y="795327"/>
                    <a:pt x="2314861" y="783897"/>
                  </a:cubicBezTo>
                  <a:cubicBezTo>
                    <a:pt x="2378964" y="778087"/>
                    <a:pt x="2442972" y="772467"/>
                    <a:pt x="2506885" y="768086"/>
                  </a:cubicBezTo>
                  <a:cubicBezTo>
                    <a:pt x="2538794" y="765990"/>
                    <a:pt x="2570798" y="763800"/>
                    <a:pt x="2602611" y="762085"/>
                  </a:cubicBezTo>
                  <a:cubicBezTo>
                    <a:pt x="2634520" y="760180"/>
                    <a:pt x="2666333" y="758370"/>
                    <a:pt x="2698052" y="756846"/>
                  </a:cubicBezTo>
                  <a:cubicBezTo>
                    <a:pt x="2761583" y="753894"/>
                    <a:pt x="2825020" y="751703"/>
                    <a:pt x="2887980" y="750846"/>
                  </a:cubicBezTo>
                  <a:cubicBezTo>
                    <a:pt x="2951036" y="749417"/>
                    <a:pt x="3013615" y="749322"/>
                    <a:pt x="3075813" y="750179"/>
                  </a:cubicBezTo>
                  <a:cubicBezTo>
                    <a:pt x="3106865" y="750846"/>
                    <a:pt x="3137916" y="751417"/>
                    <a:pt x="3168587" y="752751"/>
                  </a:cubicBezTo>
                  <a:cubicBezTo>
                    <a:pt x="3199448" y="753703"/>
                    <a:pt x="3229928" y="755227"/>
                    <a:pt x="3260408" y="756656"/>
                  </a:cubicBezTo>
                  <a:cubicBezTo>
                    <a:pt x="3320987" y="760466"/>
                    <a:pt x="3381470" y="764562"/>
                    <a:pt x="3440049" y="771610"/>
                  </a:cubicBezTo>
                  <a:cubicBezTo>
                    <a:pt x="3454908" y="773039"/>
                    <a:pt x="3469386" y="775039"/>
                    <a:pt x="3483864" y="776849"/>
                  </a:cubicBezTo>
                  <a:lnTo>
                    <a:pt x="3528536" y="782469"/>
                  </a:lnTo>
                  <a:lnTo>
                    <a:pt x="3628549" y="796089"/>
                  </a:lnTo>
                  <a:lnTo>
                    <a:pt x="3828574" y="823140"/>
                  </a:lnTo>
                  <a:cubicBezTo>
                    <a:pt x="3962019" y="840190"/>
                    <a:pt x="4095750" y="858573"/>
                    <a:pt x="4231196" y="874099"/>
                  </a:cubicBezTo>
                  <a:lnTo>
                    <a:pt x="4433126" y="897435"/>
                  </a:lnTo>
                  <a:lnTo>
                    <a:pt x="4485990" y="903246"/>
                  </a:lnTo>
                  <a:cubicBezTo>
                    <a:pt x="4503897" y="905151"/>
                    <a:pt x="4521708" y="907341"/>
                    <a:pt x="4539806" y="908961"/>
                  </a:cubicBezTo>
                  <a:lnTo>
                    <a:pt x="4593908" y="914199"/>
                  </a:lnTo>
                  <a:lnTo>
                    <a:pt x="4648296" y="918771"/>
                  </a:lnTo>
                  <a:cubicBezTo>
                    <a:pt x="4793456" y="930392"/>
                    <a:pt x="4942237" y="935631"/>
                    <a:pt x="5092446" y="931154"/>
                  </a:cubicBezTo>
                  <a:cubicBezTo>
                    <a:pt x="5242274" y="927249"/>
                    <a:pt x="5393627" y="911437"/>
                    <a:pt x="5533168" y="891816"/>
                  </a:cubicBezTo>
                  <a:cubicBezTo>
                    <a:pt x="5673471" y="872289"/>
                    <a:pt x="5798820" y="851906"/>
                    <a:pt x="5918169" y="840666"/>
                  </a:cubicBezTo>
                  <a:cubicBezTo>
                    <a:pt x="5948077" y="837809"/>
                    <a:pt x="5977795" y="835237"/>
                    <a:pt x="6007323" y="833237"/>
                  </a:cubicBezTo>
                  <a:cubicBezTo>
                    <a:pt x="6022086" y="832094"/>
                    <a:pt x="6036945" y="831332"/>
                    <a:pt x="6051709" y="830570"/>
                  </a:cubicBezTo>
                  <a:lnTo>
                    <a:pt x="6097429" y="828379"/>
                  </a:lnTo>
                  <a:cubicBezTo>
                    <a:pt x="6158960" y="825236"/>
                    <a:pt x="6223445" y="823807"/>
                    <a:pt x="6287834" y="822569"/>
                  </a:cubicBezTo>
                  <a:cubicBezTo>
                    <a:pt x="6417374" y="820664"/>
                    <a:pt x="6549485" y="820188"/>
                    <a:pt x="6681597" y="821235"/>
                  </a:cubicBezTo>
                  <a:cubicBezTo>
                    <a:pt x="6813899" y="822378"/>
                    <a:pt x="6946773" y="823617"/>
                    <a:pt x="7079647" y="826569"/>
                  </a:cubicBezTo>
                  <a:cubicBezTo>
                    <a:pt x="7212520" y="828951"/>
                    <a:pt x="7345585" y="831903"/>
                    <a:pt x="7478173" y="836094"/>
                  </a:cubicBezTo>
                  <a:cubicBezTo>
                    <a:pt x="7610475" y="839714"/>
                    <a:pt x="7743539" y="844953"/>
                    <a:pt x="7871937" y="851430"/>
                  </a:cubicBezTo>
                  <a:lnTo>
                    <a:pt x="7919657" y="854097"/>
                  </a:lnTo>
                  <a:cubicBezTo>
                    <a:pt x="7935564" y="854954"/>
                    <a:pt x="7949756" y="856192"/>
                    <a:pt x="7964901" y="857240"/>
                  </a:cubicBezTo>
                  <a:lnTo>
                    <a:pt x="8015955" y="861050"/>
                  </a:lnTo>
                  <a:cubicBezTo>
                    <a:pt x="8035195" y="862383"/>
                    <a:pt x="8053769" y="863622"/>
                    <a:pt x="8072247" y="864384"/>
                  </a:cubicBezTo>
                  <a:cubicBezTo>
                    <a:pt x="8145780" y="867527"/>
                    <a:pt x="8216456" y="868479"/>
                    <a:pt x="8286750" y="868384"/>
                  </a:cubicBezTo>
                  <a:cubicBezTo>
                    <a:pt x="8427148" y="867527"/>
                    <a:pt x="8565452" y="862574"/>
                    <a:pt x="8704040" y="853716"/>
                  </a:cubicBezTo>
                  <a:cubicBezTo>
                    <a:pt x="8842534" y="844762"/>
                    <a:pt x="8980741" y="832284"/>
                    <a:pt x="9120188" y="814092"/>
                  </a:cubicBezTo>
                  <a:cubicBezTo>
                    <a:pt x="9140761" y="811425"/>
                    <a:pt x="9161336" y="808567"/>
                    <a:pt x="9181909" y="805519"/>
                  </a:cubicBezTo>
                  <a:lnTo>
                    <a:pt x="9181909" y="396420"/>
                  </a:ln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60ECD12F-47FF-48FE-A827-069775A8AD1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3199381"/>
              <a:ext cx="12188952" cy="902694"/>
            </a:xfrm>
            <a:custGeom>
              <a:avLst/>
              <a:gdLst>
                <a:gd name="connsiteX0" fmla="*/ 9182100 w 9182100"/>
                <a:gd name="connsiteY0" fmla="*/ 351088 h 765639"/>
                <a:gd name="connsiteX1" fmla="*/ 9178480 w 9182100"/>
                <a:gd name="connsiteY1" fmla="*/ 350993 h 765639"/>
                <a:gd name="connsiteX2" fmla="*/ 8783955 w 9182100"/>
                <a:gd name="connsiteY2" fmla="*/ 327561 h 765639"/>
                <a:gd name="connsiteX3" fmla="*/ 8390763 w 9182100"/>
                <a:gd name="connsiteY3" fmla="*/ 288795 h 765639"/>
                <a:gd name="connsiteX4" fmla="*/ 8199502 w 9182100"/>
                <a:gd name="connsiteY4" fmla="*/ 262601 h 765639"/>
                <a:gd name="connsiteX5" fmla="*/ 8153972 w 9182100"/>
                <a:gd name="connsiteY5" fmla="*/ 254886 h 765639"/>
                <a:gd name="connsiteX6" fmla="*/ 8131588 w 9182100"/>
                <a:gd name="connsiteY6" fmla="*/ 250790 h 765639"/>
                <a:gd name="connsiteX7" fmla="*/ 8104632 w 9182100"/>
                <a:gd name="connsiteY7" fmla="*/ 246504 h 765639"/>
                <a:gd name="connsiteX8" fmla="*/ 8050911 w 9182100"/>
                <a:gd name="connsiteY8" fmla="*/ 238217 h 765639"/>
                <a:gd name="connsiteX9" fmla="*/ 7998810 w 9182100"/>
                <a:gd name="connsiteY9" fmla="*/ 230978 h 765639"/>
                <a:gd name="connsiteX10" fmla="*/ 7589902 w 9182100"/>
                <a:gd name="connsiteY10" fmla="*/ 183925 h 765639"/>
                <a:gd name="connsiteX11" fmla="*/ 7183469 w 9182100"/>
                <a:gd name="connsiteY11" fmla="*/ 147634 h 765639"/>
                <a:gd name="connsiteX12" fmla="*/ 6775990 w 9182100"/>
                <a:gd name="connsiteY12" fmla="*/ 119821 h 765639"/>
                <a:gd name="connsiteX13" fmla="*/ 6364795 w 9182100"/>
                <a:gd name="connsiteY13" fmla="*/ 102391 h 765639"/>
                <a:gd name="connsiteX14" fmla="*/ 6154293 w 9182100"/>
                <a:gd name="connsiteY14" fmla="*/ 100581 h 765639"/>
                <a:gd name="connsiteX15" fmla="*/ 6100287 w 9182100"/>
                <a:gd name="connsiteY15" fmla="*/ 101343 h 765639"/>
                <a:gd name="connsiteX16" fmla="*/ 6045327 w 9182100"/>
                <a:gd name="connsiteY16" fmla="*/ 103438 h 765639"/>
                <a:gd name="connsiteX17" fmla="*/ 5935980 w 9182100"/>
                <a:gd name="connsiteY17" fmla="*/ 110296 h 765639"/>
                <a:gd name="connsiteX18" fmla="*/ 5523357 w 9182100"/>
                <a:gd name="connsiteY18" fmla="*/ 157635 h 765639"/>
                <a:gd name="connsiteX19" fmla="*/ 5149882 w 9182100"/>
                <a:gd name="connsiteY19" fmla="*/ 185639 h 765639"/>
                <a:gd name="connsiteX20" fmla="*/ 4777073 w 9182100"/>
                <a:gd name="connsiteY20" fmla="*/ 170685 h 765639"/>
                <a:gd name="connsiteX21" fmla="*/ 4729925 w 9182100"/>
                <a:gd name="connsiteY21" fmla="*/ 166208 h 765639"/>
                <a:gd name="connsiteX22" fmla="*/ 4682585 w 9182100"/>
                <a:gd name="connsiteY22" fmla="*/ 161064 h 765639"/>
                <a:gd name="connsiteX23" fmla="*/ 4635151 w 9182100"/>
                <a:gd name="connsiteY23" fmla="*/ 155445 h 765639"/>
                <a:gd name="connsiteX24" fmla="*/ 4611434 w 9182100"/>
                <a:gd name="connsiteY24" fmla="*/ 152492 h 765639"/>
                <a:gd name="connsiteX25" fmla="*/ 4587145 w 9182100"/>
                <a:gd name="connsiteY25" fmla="*/ 149349 h 765639"/>
                <a:gd name="connsiteX26" fmla="*/ 4387977 w 9182100"/>
                <a:gd name="connsiteY26" fmla="*/ 122774 h 765639"/>
                <a:gd name="connsiteX27" fmla="*/ 3989356 w 9182100"/>
                <a:gd name="connsiteY27" fmla="*/ 68577 h 765639"/>
                <a:gd name="connsiteX28" fmla="*/ 3789140 w 9182100"/>
                <a:gd name="connsiteY28" fmla="*/ 42192 h 765639"/>
                <a:gd name="connsiteX29" fmla="*/ 3689033 w 9182100"/>
                <a:gd name="connsiteY29" fmla="*/ 29143 h 765639"/>
                <a:gd name="connsiteX30" fmla="*/ 3634835 w 9182100"/>
                <a:gd name="connsiteY30" fmla="*/ 22571 h 765639"/>
                <a:gd name="connsiteX31" fmla="*/ 3579876 w 9182100"/>
                <a:gd name="connsiteY31" fmla="*/ 16856 h 765639"/>
                <a:gd name="connsiteX32" fmla="*/ 3147441 w 9182100"/>
                <a:gd name="connsiteY32" fmla="*/ 473 h 765639"/>
                <a:gd name="connsiteX33" fmla="*/ 2724722 w 9182100"/>
                <a:gd name="connsiteY33" fmla="*/ 22857 h 765639"/>
                <a:gd name="connsiteX34" fmla="*/ 1898428 w 9182100"/>
                <a:gd name="connsiteY34" fmla="*/ 147730 h 765639"/>
                <a:gd name="connsiteX35" fmla="*/ 1692878 w 9182100"/>
                <a:gd name="connsiteY35" fmla="*/ 195069 h 765639"/>
                <a:gd name="connsiteX36" fmla="*/ 1640205 w 9182100"/>
                <a:gd name="connsiteY36" fmla="*/ 208785 h 765639"/>
                <a:gd name="connsiteX37" fmla="*/ 1592294 w 9182100"/>
                <a:gd name="connsiteY37" fmla="*/ 221643 h 765639"/>
                <a:gd name="connsiteX38" fmla="*/ 1500092 w 9182100"/>
                <a:gd name="connsiteY38" fmla="*/ 245551 h 765639"/>
                <a:gd name="connsiteX39" fmla="*/ 1130046 w 9182100"/>
                <a:gd name="connsiteY39" fmla="*/ 318227 h 765639"/>
                <a:gd name="connsiteX40" fmla="*/ 944880 w 9182100"/>
                <a:gd name="connsiteY40" fmla="*/ 337658 h 765639"/>
                <a:gd name="connsiteX41" fmla="*/ 852583 w 9182100"/>
                <a:gd name="connsiteY41" fmla="*/ 341944 h 765639"/>
                <a:gd name="connsiteX42" fmla="*/ 760476 w 9182100"/>
                <a:gd name="connsiteY42" fmla="*/ 343087 h 765639"/>
                <a:gd name="connsiteX43" fmla="*/ 577215 w 9182100"/>
                <a:gd name="connsiteY43" fmla="*/ 332800 h 765639"/>
                <a:gd name="connsiteX44" fmla="*/ 394907 w 9182100"/>
                <a:gd name="connsiteY44" fmla="*/ 305463 h 765639"/>
                <a:gd name="connsiteX45" fmla="*/ 211265 w 9182100"/>
                <a:gd name="connsiteY45" fmla="*/ 261363 h 765639"/>
                <a:gd name="connsiteX46" fmla="*/ 17526 w 9182100"/>
                <a:gd name="connsiteY46" fmla="*/ 204880 h 765639"/>
                <a:gd name="connsiteX47" fmla="*/ 0 w 9182100"/>
                <a:gd name="connsiteY47" fmla="*/ 199927 h 765639"/>
                <a:gd name="connsiteX48" fmla="*/ 0 w 9182100"/>
                <a:gd name="connsiteY48" fmla="*/ 526920 h 765639"/>
                <a:gd name="connsiteX49" fmla="*/ 100298 w 9182100"/>
                <a:gd name="connsiteY49" fmla="*/ 571973 h 765639"/>
                <a:gd name="connsiteX50" fmla="*/ 301562 w 9182100"/>
                <a:gd name="connsiteY50" fmla="*/ 649697 h 765639"/>
                <a:gd name="connsiteX51" fmla="*/ 731044 w 9182100"/>
                <a:gd name="connsiteY51" fmla="*/ 746947 h 765639"/>
                <a:gd name="connsiteX52" fmla="*/ 1168241 w 9182100"/>
                <a:gd name="connsiteY52" fmla="*/ 762759 h 765639"/>
                <a:gd name="connsiteX53" fmla="*/ 1596581 w 9182100"/>
                <a:gd name="connsiteY53" fmla="*/ 716944 h 765639"/>
                <a:gd name="connsiteX54" fmla="*/ 1701641 w 9182100"/>
                <a:gd name="connsiteY54" fmla="*/ 697894 h 765639"/>
                <a:gd name="connsiteX55" fmla="*/ 1752124 w 9182100"/>
                <a:gd name="connsiteY55" fmla="*/ 688273 h 765639"/>
                <a:gd name="connsiteX56" fmla="*/ 1797939 w 9182100"/>
                <a:gd name="connsiteY56" fmla="*/ 679891 h 765639"/>
                <a:gd name="connsiteX57" fmla="*/ 1988630 w 9182100"/>
                <a:gd name="connsiteY57" fmla="*/ 649316 h 765639"/>
                <a:gd name="connsiteX58" fmla="*/ 2376297 w 9182100"/>
                <a:gd name="connsiteY58" fmla="*/ 601691 h 765639"/>
                <a:gd name="connsiteX59" fmla="*/ 2570416 w 9182100"/>
                <a:gd name="connsiteY59" fmla="*/ 584165 h 765639"/>
                <a:gd name="connsiteX60" fmla="*/ 2764155 w 9182100"/>
                <a:gd name="connsiteY60" fmla="*/ 571497 h 765639"/>
                <a:gd name="connsiteX61" fmla="*/ 2956941 w 9182100"/>
                <a:gd name="connsiteY61" fmla="*/ 564163 h 765639"/>
                <a:gd name="connsiteX62" fmla="*/ 3148298 w 9182100"/>
                <a:gd name="connsiteY62" fmla="*/ 562639 h 765639"/>
                <a:gd name="connsiteX63" fmla="*/ 3337274 w 9182100"/>
                <a:gd name="connsiteY63" fmla="*/ 568544 h 765639"/>
                <a:gd name="connsiteX64" fmla="*/ 3522345 w 9182100"/>
                <a:gd name="connsiteY64" fmla="*/ 583308 h 765639"/>
                <a:gd name="connsiteX65" fmla="*/ 3567779 w 9182100"/>
                <a:gd name="connsiteY65" fmla="*/ 588642 h 765639"/>
                <a:gd name="connsiteX66" fmla="*/ 3613785 w 9182100"/>
                <a:gd name="connsiteY66" fmla="*/ 594357 h 765639"/>
                <a:gd name="connsiteX67" fmla="*/ 3713798 w 9182100"/>
                <a:gd name="connsiteY67" fmla="*/ 607882 h 765639"/>
                <a:gd name="connsiteX68" fmla="*/ 3913823 w 9182100"/>
                <a:gd name="connsiteY68" fmla="*/ 634838 h 765639"/>
                <a:gd name="connsiteX69" fmla="*/ 4315873 w 9182100"/>
                <a:gd name="connsiteY69" fmla="*/ 686273 h 765639"/>
                <a:gd name="connsiteX70" fmla="*/ 4517422 w 9182100"/>
                <a:gd name="connsiteY70" fmla="*/ 710086 h 765639"/>
                <a:gd name="connsiteX71" fmla="*/ 4728972 w 9182100"/>
                <a:gd name="connsiteY71" fmla="*/ 731422 h 765639"/>
                <a:gd name="connsiteX72" fmla="*/ 5162931 w 9182100"/>
                <a:gd name="connsiteY72" fmla="*/ 744185 h 765639"/>
                <a:gd name="connsiteX73" fmla="*/ 5594033 w 9182100"/>
                <a:gd name="connsiteY73" fmla="*/ 706466 h 765639"/>
                <a:gd name="connsiteX74" fmla="*/ 5982939 w 9182100"/>
                <a:gd name="connsiteY74" fmla="*/ 655793 h 765639"/>
                <a:gd name="connsiteX75" fmla="*/ 6075045 w 9182100"/>
                <a:gd name="connsiteY75" fmla="*/ 648459 h 765639"/>
                <a:gd name="connsiteX76" fmla="*/ 6167819 w 9182100"/>
                <a:gd name="connsiteY76" fmla="*/ 643887 h 765639"/>
                <a:gd name="connsiteX77" fmla="*/ 6361081 w 9182100"/>
                <a:gd name="connsiteY77" fmla="*/ 639124 h 765639"/>
                <a:gd name="connsiteX78" fmla="*/ 6757321 w 9182100"/>
                <a:gd name="connsiteY78" fmla="*/ 640458 h 765639"/>
                <a:gd name="connsiteX79" fmla="*/ 7156704 w 9182100"/>
                <a:gd name="connsiteY79" fmla="*/ 649030 h 765639"/>
                <a:gd name="connsiteX80" fmla="*/ 7556373 w 9182100"/>
                <a:gd name="connsiteY80" fmla="*/ 662365 h 765639"/>
                <a:gd name="connsiteX81" fmla="*/ 7952328 w 9182100"/>
                <a:gd name="connsiteY81" fmla="*/ 682177 h 765639"/>
                <a:gd name="connsiteX82" fmla="*/ 8000714 w 9182100"/>
                <a:gd name="connsiteY82" fmla="*/ 685511 h 765639"/>
                <a:gd name="connsiteX83" fmla="*/ 8047196 w 9182100"/>
                <a:gd name="connsiteY83" fmla="*/ 689416 h 765639"/>
                <a:gd name="connsiteX84" fmla="*/ 8097965 w 9182100"/>
                <a:gd name="connsiteY84" fmla="*/ 693893 h 765639"/>
                <a:gd name="connsiteX85" fmla="*/ 8152733 w 9182100"/>
                <a:gd name="connsiteY85" fmla="*/ 697894 h 765639"/>
                <a:gd name="connsiteX86" fmla="*/ 8363903 w 9182100"/>
                <a:gd name="connsiteY86" fmla="*/ 705133 h 765639"/>
                <a:gd name="connsiteX87" fmla="*/ 8777764 w 9182100"/>
                <a:gd name="connsiteY87" fmla="*/ 698084 h 765639"/>
                <a:gd name="connsiteX88" fmla="*/ 9182005 w 9182100"/>
                <a:gd name="connsiteY88" fmla="*/ 668366 h 765639"/>
                <a:gd name="connsiteX89" fmla="*/ 9182005 w 9182100"/>
                <a:gd name="connsiteY89" fmla="*/ 351088 h 7656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</a:cxnLst>
              <a:rect l="l" t="t" r="r" b="b"/>
              <a:pathLst>
                <a:path w="9182100" h="765639">
                  <a:moveTo>
                    <a:pt x="9182100" y="351088"/>
                  </a:moveTo>
                  <a:cubicBezTo>
                    <a:pt x="9180862" y="351088"/>
                    <a:pt x="9179719" y="350993"/>
                    <a:pt x="9178480" y="350993"/>
                  </a:cubicBezTo>
                  <a:cubicBezTo>
                    <a:pt x="9047607" y="346421"/>
                    <a:pt x="8915591" y="337944"/>
                    <a:pt x="8783955" y="327561"/>
                  </a:cubicBezTo>
                  <a:cubicBezTo>
                    <a:pt x="8652320" y="316894"/>
                    <a:pt x="8520589" y="304416"/>
                    <a:pt x="8390763" y="288795"/>
                  </a:cubicBezTo>
                  <a:cubicBezTo>
                    <a:pt x="8325898" y="281175"/>
                    <a:pt x="8261509" y="272602"/>
                    <a:pt x="8199502" y="262601"/>
                  </a:cubicBezTo>
                  <a:cubicBezTo>
                    <a:pt x="8184070" y="260029"/>
                    <a:pt x="8168831" y="257553"/>
                    <a:pt x="8153972" y="254886"/>
                  </a:cubicBezTo>
                  <a:lnTo>
                    <a:pt x="8131588" y="250790"/>
                  </a:lnTo>
                  <a:lnTo>
                    <a:pt x="8104632" y="246504"/>
                  </a:lnTo>
                  <a:cubicBezTo>
                    <a:pt x="8086725" y="243741"/>
                    <a:pt x="8068247" y="240598"/>
                    <a:pt x="8050911" y="238217"/>
                  </a:cubicBezTo>
                  <a:lnTo>
                    <a:pt x="7998810" y="230978"/>
                  </a:lnTo>
                  <a:cubicBezTo>
                    <a:pt x="7860697" y="212023"/>
                    <a:pt x="7725633" y="198021"/>
                    <a:pt x="7589902" y="183925"/>
                  </a:cubicBezTo>
                  <a:cubicBezTo>
                    <a:pt x="7454360" y="170304"/>
                    <a:pt x="7319010" y="158779"/>
                    <a:pt x="7183469" y="147634"/>
                  </a:cubicBezTo>
                  <a:cubicBezTo>
                    <a:pt x="7047929" y="137252"/>
                    <a:pt x="6912198" y="127632"/>
                    <a:pt x="6775990" y="119821"/>
                  </a:cubicBezTo>
                  <a:cubicBezTo>
                    <a:pt x="6639592" y="112582"/>
                    <a:pt x="6503194" y="105439"/>
                    <a:pt x="6364795" y="102391"/>
                  </a:cubicBezTo>
                  <a:cubicBezTo>
                    <a:pt x="6295263" y="101057"/>
                    <a:pt x="6225826" y="99819"/>
                    <a:pt x="6154293" y="100581"/>
                  </a:cubicBezTo>
                  <a:cubicBezTo>
                    <a:pt x="6136577" y="100581"/>
                    <a:pt x="6118860" y="100581"/>
                    <a:pt x="6100287" y="101343"/>
                  </a:cubicBezTo>
                  <a:cubicBezTo>
                    <a:pt x="6081903" y="101819"/>
                    <a:pt x="6063615" y="102486"/>
                    <a:pt x="6045327" y="103438"/>
                  </a:cubicBezTo>
                  <a:cubicBezTo>
                    <a:pt x="6008656" y="104962"/>
                    <a:pt x="5972175" y="107439"/>
                    <a:pt x="5935980" y="110296"/>
                  </a:cubicBezTo>
                  <a:cubicBezTo>
                    <a:pt x="5790724" y="121631"/>
                    <a:pt x="5651659" y="142110"/>
                    <a:pt x="5523357" y="157635"/>
                  </a:cubicBezTo>
                  <a:cubicBezTo>
                    <a:pt x="5394484" y="173542"/>
                    <a:pt x="5273040" y="183543"/>
                    <a:pt x="5149882" y="185639"/>
                  </a:cubicBezTo>
                  <a:cubicBezTo>
                    <a:pt x="5027010" y="187925"/>
                    <a:pt x="4902803" y="182210"/>
                    <a:pt x="4777073" y="170685"/>
                  </a:cubicBezTo>
                  <a:lnTo>
                    <a:pt x="4729925" y="166208"/>
                  </a:lnTo>
                  <a:lnTo>
                    <a:pt x="4682585" y="161064"/>
                  </a:lnTo>
                  <a:cubicBezTo>
                    <a:pt x="4666869" y="159445"/>
                    <a:pt x="4650963" y="157350"/>
                    <a:pt x="4635151" y="155445"/>
                  </a:cubicBezTo>
                  <a:lnTo>
                    <a:pt x="4611434" y="152492"/>
                  </a:lnTo>
                  <a:cubicBezTo>
                    <a:pt x="4603623" y="151539"/>
                    <a:pt x="4595622" y="150587"/>
                    <a:pt x="4587145" y="149349"/>
                  </a:cubicBezTo>
                  <a:lnTo>
                    <a:pt x="4387977" y="122774"/>
                  </a:lnTo>
                  <a:lnTo>
                    <a:pt x="3989356" y="68577"/>
                  </a:lnTo>
                  <a:lnTo>
                    <a:pt x="3789140" y="42192"/>
                  </a:lnTo>
                  <a:lnTo>
                    <a:pt x="3689033" y="29143"/>
                  </a:lnTo>
                  <a:lnTo>
                    <a:pt x="3634835" y="22571"/>
                  </a:lnTo>
                  <a:cubicBezTo>
                    <a:pt x="3616452" y="20285"/>
                    <a:pt x="3598069" y="18380"/>
                    <a:pt x="3579876" y="16856"/>
                  </a:cubicBezTo>
                  <a:cubicBezTo>
                    <a:pt x="3433667" y="3140"/>
                    <a:pt x="3289840" y="-1622"/>
                    <a:pt x="3147441" y="473"/>
                  </a:cubicBezTo>
                  <a:cubicBezTo>
                    <a:pt x="3005138" y="2283"/>
                    <a:pt x="2864263" y="10188"/>
                    <a:pt x="2724722" y="22857"/>
                  </a:cubicBezTo>
                  <a:cubicBezTo>
                    <a:pt x="2445353" y="48098"/>
                    <a:pt x="2171129" y="90198"/>
                    <a:pt x="1898428" y="147730"/>
                  </a:cubicBezTo>
                  <a:cubicBezTo>
                    <a:pt x="1830134" y="162208"/>
                    <a:pt x="1762030" y="177448"/>
                    <a:pt x="1692878" y="195069"/>
                  </a:cubicBezTo>
                  <a:lnTo>
                    <a:pt x="1640205" y="208785"/>
                  </a:lnTo>
                  <a:lnTo>
                    <a:pt x="1592294" y="221643"/>
                  </a:lnTo>
                  <a:cubicBezTo>
                    <a:pt x="1561624" y="229740"/>
                    <a:pt x="1530858" y="238503"/>
                    <a:pt x="1500092" y="245551"/>
                  </a:cubicBezTo>
                  <a:cubicBezTo>
                    <a:pt x="1377125" y="276412"/>
                    <a:pt x="1253490" y="300987"/>
                    <a:pt x="1130046" y="318227"/>
                  </a:cubicBezTo>
                  <a:cubicBezTo>
                    <a:pt x="1068229" y="326895"/>
                    <a:pt x="1006602" y="333086"/>
                    <a:pt x="944880" y="337658"/>
                  </a:cubicBezTo>
                  <a:cubicBezTo>
                    <a:pt x="914114" y="339277"/>
                    <a:pt x="883253" y="341563"/>
                    <a:pt x="852583" y="341944"/>
                  </a:cubicBezTo>
                  <a:cubicBezTo>
                    <a:pt x="821817" y="343278"/>
                    <a:pt x="791147" y="342992"/>
                    <a:pt x="760476" y="343087"/>
                  </a:cubicBezTo>
                  <a:cubicBezTo>
                    <a:pt x="699230" y="342135"/>
                    <a:pt x="638175" y="338706"/>
                    <a:pt x="577215" y="332800"/>
                  </a:cubicBezTo>
                  <a:cubicBezTo>
                    <a:pt x="516255" y="326895"/>
                    <a:pt x="455771" y="317179"/>
                    <a:pt x="394907" y="305463"/>
                  </a:cubicBezTo>
                  <a:cubicBezTo>
                    <a:pt x="334137" y="293557"/>
                    <a:pt x="273368" y="278412"/>
                    <a:pt x="211265" y="261363"/>
                  </a:cubicBezTo>
                  <a:cubicBezTo>
                    <a:pt x="149066" y="244123"/>
                    <a:pt x="85820" y="224310"/>
                    <a:pt x="17526" y="204880"/>
                  </a:cubicBezTo>
                  <a:cubicBezTo>
                    <a:pt x="11716" y="203165"/>
                    <a:pt x="5906" y="201546"/>
                    <a:pt x="0" y="199927"/>
                  </a:cubicBezTo>
                  <a:lnTo>
                    <a:pt x="0" y="526920"/>
                  </a:lnTo>
                  <a:cubicBezTo>
                    <a:pt x="32576" y="541874"/>
                    <a:pt x="66104" y="557114"/>
                    <a:pt x="100298" y="571973"/>
                  </a:cubicBezTo>
                  <a:cubicBezTo>
                    <a:pt x="164973" y="600167"/>
                    <a:pt x="232410" y="626456"/>
                    <a:pt x="301562" y="649697"/>
                  </a:cubicBezTo>
                  <a:cubicBezTo>
                    <a:pt x="439865" y="696655"/>
                    <a:pt x="585216" y="728754"/>
                    <a:pt x="731044" y="746947"/>
                  </a:cubicBezTo>
                  <a:cubicBezTo>
                    <a:pt x="876967" y="764664"/>
                    <a:pt x="1023652" y="769426"/>
                    <a:pt x="1168241" y="762759"/>
                  </a:cubicBezTo>
                  <a:cubicBezTo>
                    <a:pt x="1313021" y="756663"/>
                    <a:pt x="1455896" y="740185"/>
                    <a:pt x="1596581" y="716944"/>
                  </a:cubicBezTo>
                  <a:cubicBezTo>
                    <a:pt x="1632014" y="711610"/>
                    <a:pt x="1666685" y="704371"/>
                    <a:pt x="1701641" y="697894"/>
                  </a:cubicBezTo>
                  <a:lnTo>
                    <a:pt x="1752124" y="688273"/>
                  </a:lnTo>
                  <a:lnTo>
                    <a:pt x="1797939" y="679891"/>
                  </a:lnTo>
                  <a:cubicBezTo>
                    <a:pt x="1860328" y="669128"/>
                    <a:pt x="1924431" y="658746"/>
                    <a:pt x="1988630" y="649316"/>
                  </a:cubicBezTo>
                  <a:cubicBezTo>
                    <a:pt x="2117217" y="630838"/>
                    <a:pt x="2246852" y="614645"/>
                    <a:pt x="2376297" y="601691"/>
                  </a:cubicBezTo>
                  <a:cubicBezTo>
                    <a:pt x="2441067" y="595214"/>
                    <a:pt x="2505742" y="589118"/>
                    <a:pt x="2570416" y="584165"/>
                  </a:cubicBezTo>
                  <a:cubicBezTo>
                    <a:pt x="2635091" y="579402"/>
                    <a:pt x="2699671" y="574831"/>
                    <a:pt x="2764155" y="571497"/>
                  </a:cubicBezTo>
                  <a:cubicBezTo>
                    <a:pt x="2828639" y="568068"/>
                    <a:pt x="2892933" y="565401"/>
                    <a:pt x="2956941" y="564163"/>
                  </a:cubicBezTo>
                  <a:cubicBezTo>
                    <a:pt x="3021045" y="562353"/>
                    <a:pt x="3084766" y="561972"/>
                    <a:pt x="3148298" y="562639"/>
                  </a:cubicBezTo>
                  <a:cubicBezTo>
                    <a:pt x="3211735" y="563305"/>
                    <a:pt x="3274695" y="565591"/>
                    <a:pt x="3337274" y="568544"/>
                  </a:cubicBezTo>
                  <a:cubicBezTo>
                    <a:pt x="3399568" y="572259"/>
                    <a:pt x="3461671" y="576259"/>
                    <a:pt x="3522345" y="583308"/>
                  </a:cubicBezTo>
                  <a:cubicBezTo>
                    <a:pt x="3537680" y="584737"/>
                    <a:pt x="3552730" y="586737"/>
                    <a:pt x="3567779" y="588642"/>
                  </a:cubicBezTo>
                  <a:lnTo>
                    <a:pt x="3613785" y="594357"/>
                  </a:lnTo>
                  <a:lnTo>
                    <a:pt x="3713798" y="607882"/>
                  </a:lnTo>
                  <a:lnTo>
                    <a:pt x="3913823" y="634838"/>
                  </a:lnTo>
                  <a:cubicBezTo>
                    <a:pt x="4047268" y="652078"/>
                    <a:pt x="4180904" y="670366"/>
                    <a:pt x="4315873" y="686273"/>
                  </a:cubicBezTo>
                  <a:lnTo>
                    <a:pt x="4517422" y="710086"/>
                  </a:lnTo>
                  <a:cubicBezTo>
                    <a:pt x="4586573" y="717896"/>
                    <a:pt x="4657916" y="725992"/>
                    <a:pt x="4728972" y="731422"/>
                  </a:cubicBezTo>
                  <a:cubicBezTo>
                    <a:pt x="4871371" y="743042"/>
                    <a:pt x="5016627" y="748376"/>
                    <a:pt x="5162931" y="744185"/>
                  </a:cubicBezTo>
                  <a:cubicBezTo>
                    <a:pt x="5308949" y="740566"/>
                    <a:pt x="5456111" y="725611"/>
                    <a:pt x="5594033" y="706466"/>
                  </a:cubicBezTo>
                  <a:cubicBezTo>
                    <a:pt x="5732621" y="687511"/>
                    <a:pt x="5859876" y="667033"/>
                    <a:pt x="5982939" y="655793"/>
                  </a:cubicBezTo>
                  <a:cubicBezTo>
                    <a:pt x="6013799" y="652936"/>
                    <a:pt x="6044375" y="650364"/>
                    <a:pt x="6075045" y="648459"/>
                  </a:cubicBezTo>
                  <a:cubicBezTo>
                    <a:pt x="6105906" y="646363"/>
                    <a:pt x="6135529" y="645125"/>
                    <a:pt x="6167819" y="643887"/>
                  </a:cubicBezTo>
                  <a:cubicBezTo>
                    <a:pt x="6230779" y="641125"/>
                    <a:pt x="6295930" y="640077"/>
                    <a:pt x="6361081" y="639124"/>
                  </a:cubicBezTo>
                  <a:cubicBezTo>
                    <a:pt x="6491955" y="637981"/>
                    <a:pt x="6624638" y="638553"/>
                    <a:pt x="6757321" y="640458"/>
                  </a:cubicBezTo>
                  <a:cubicBezTo>
                    <a:pt x="6890195" y="642553"/>
                    <a:pt x="7023449" y="645030"/>
                    <a:pt x="7156704" y="649030"/>
                  </a:cubicBezTo>
                  <a:cubicBezTo>
                    <a:pt x="7289959" y="652650"/>
                    <a:pt x="7423404" y="656841"/>
                    <a:pt x="7556373" y="662365"/>
                  </a:cubicBezTo>
                  <a:cubicBezTo>
                    <a:pt x="7689152" y="667509"/>
                    <a:pt x="7822502" y="673986"/>
                    <a:pt x="7952328" y="682177"/>
                  </a:cubicBezTo>
                  <a:lnTo>
                    <a:pt x="8000714" y="685511"/>
                  </a:lnTo>
                  <a:cubicBezTo>
                    <a:pt x="8016811" y="686654"/>
                    <a:pt x="8031670" y="688178"/>
                    <a:pt x="8047196" y="689416"/>
                  </a:cubicBezTo>
                  <a:lnTo>
                    <a:pt x="8097965" y="693893"/>
                  </a:lnTo>
                  <a:cubicBezTo>
                    <a:pt x="8116539" y="695417"/>
                    <a:pt x="8134731" y="696846"/>
                    <a:pt x="8152733" y="697894"/>
                  </a:cubicBezTo>
                  <a:cubicBezTo>
                    <a:pt x="8224647" y="701989"/>
                    <a:pt x="8294465" y="704085"/>
                    <a:pt x="8363903" y="705133"/>
                  </a:cubicBezTo>
                  <a:cubicBezTo>
                    <a:pt x="8502777" y="706657"/>
                    <a:pt x="8640223" y="704180"/>
                    <a:pt x="8777764" y="698084"/>
                  </a:cubicBezTo>
                  <a:cubicBezTo>
                    <a:pt x="8912352" y="692083"/>
                    <a:pt x="9046845" y="682749"/>
                    <a:pt x="9182005" y="668366"/>
                  </a:cubicBezTo>
                  <a:lnTo>
                    <a:pt x="9182005" y="351088"/>
                  </a:ln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48928757-970C-4B99-9F9C-0C07E4A9451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3501488"/>
              <a:ext cx="12188952" cy="641669"/>
            </a:xfrm>
            <a:custGeom>
              <a:avLst/>
              <a:gdLst>
                <a:gd name="connsiteX0" fmla="*/ 9182100 w 9182100"/>
                <a:gd name="connsiteY0" fmla="*/ 154189 h 544245"/>
                <a:gd name="connsiteX1" fmla="*/ 9047702 w 9182100"/>
                <a:gd name="connsiteY1" fmla="*/ 162762 h 544245"/>
                <a:gd name="connsiteX2" fmla="*/ 8652224 w 9182100"/>
                <a:gd name="connsiteY2" fmla="*/ 178287 h 544245"/>
                <a:gd name="connsiteX3" fmla="*/ 8255603 w 9182100"/>
                <a:gd name="connsiteY3" fmla="*/ 161047 h 544245"/>
                <a:gd name="connsiteX4" fmla="*/ 8060722 w 9182100"/>
                <a:gd name="connsiteY4" fmla="*/ 140854 h 544245"/>
                <a:gd name="connsiteX5" fmla="*/ 8013478 w 9182100"/>
                <a:gd name="connsiteY5" fmla="*/ 134187 h 544245"/>
                <a:gd name="connsiteX6" fmla="*/ 7990428 w 9182100"/>
                <a:gd name="connsiteY6" fmla="*/ 130567 h 544245"/>
                <a:gd name="connsiteX7" fmla="*/ 7964139 w 9182100"/>
                <a:gd name="connsiteY7" fmla="*/ 126853 h 544245"/>
                <a:gd name="connsiteX8" fmla="*/ 7911656 w 9182100"/>
                <a:gd name="connsiteY8" fmla="*/ 119518 h 544245"/>
                <a:gd name="connsiteX9" fmla="*/ 7860220 w 9182100"/>
                <a:gd name="connsiteY9" fmla="*/ 113232 h 544245"/>
                <a:gd name="connsiteX10" fmla="*/ 7453884 w 9182100"/>
                <a:gd name="connsiteY10" fmla="*/ 70369 h 544245"/>
                <a:gd name="connsiteX11" fmla="*/ 7048976 w 9182100"/>
                <a:gd name="connsiteY11" fmla="*/ 36556 h 544245"/>
                <a:gd name="connsiteX12" fmla="*/ 6846285 w 9182100"/>
                <a:gd name="connsiteY12" fmla="*/ 22649 h 544245"/>
                <a:gd name="connsiteX13" fmla="*/ 6643212 w 9182100"/>
                <a:gd name="connsiteY13" fmla="*/ 11600 h 544245"/>
                <a:gd name="connsiteX14" fmla="*/ 6541485 w 9182100"/>
                <a:gd name="connsiteY14" fmla="*/ 7314 h 544245"/>
                <a:gd name="connsiteX15" fmla="*/ 6439567 w 9182100"/>
                <a:gd name="connsiteY15" fmla="*/ 3885 h 544245"/>
                <a:gd name="connsiteX16" fmla="*/ 6337459 w 9182100"/>
                <a:gd name="connsiteY16" fmla="*/ 1313 h 544245"/>
                <a:gd name="connsiteX17" fmla="*/ 6234970 w 9182100"/>
                <a:gd name="connsiteY17" fmla="*/ 75 h 544245"/>
                <a:gd name="connsiteX18" fmla="*/ 6027802 w 9182100"/>
                <a:gd name="connsiteY18" fmla="*/ 2265 h 544245"/>
                <a:gd name="connsiteX19" fmla="*/ 5921978 w 9182100"/>
                <a:gd name="connsiteY19" fmla="*/ 6552 h 544245"/>
                <a:gd name="connsiteX20" fmla="*/ 5815965 w 9182100"/>
                <a:gd name="connsiteY20" fmla="*/ 14362 h 544245"/>
                <a:gd name="connsiteX21" fmla="*/ 5408390 w 9182100"/>
                <a:gd name="connsiteY21" fmla="*/ 67036 h 544245"/>
                <a:gd name="connsiteX22" fmla="*/ 5023866 w 9182100"/>
                <a:gd name="connsiteY22" fmla="*/ 103992 h 544245"/>
                <a:gd name="connsiteX23" fmla="*/ 4831556 w 9182100"/>
                <a:gd name="connsiteY23" fmla="*/ 106374 h 544245"/>
                <a:gd name="connsiteX24" fmla="*/ 4637723 w 9182100"/>
                <a:gd name="connsiteY24" fmla="*/ 98754 h 544245"/>
                <a:gd name="connsiteX25" fmla="*/ 4442460 w 9182100"/>
                <a:gd name="connsiteY25" fmla="*/ 83038 h 544245"/>
                <a:gd name="connsiteX26" fmla="*/ 4341686 w 9182100"/>
                <a:gd name="connsiteY26" fmla="*/ 77227 h 544245"/>
                <a:gd name="connsiteX27" fmla="*/ 4241006 w 9182100"/>
                <a:gd name="connsiteY27" fmla="*/ 71989 h 544245"/>
                <a:gd name="connsiteX28" fmla="*/ 3836956 w 9182100"/>
                <a:gd name="connsiteY28" fmla="*/ 54177 h 544245"/>
                <a:gd name="connsiteX29" fmla="*/ 3634549 w 9182100"/>
                <a:gd name="connsiteY29" fmla="*/ 45414 h 544245"/>
                <a:gd name="connsiteX30" fmla="*/ 3533394 w 9182100"/>
                <a:gd name="connsiteY30" fmla="*/ 40461 h 544245"/>
                <a:gd name="connsiteX31" fmla="*/ 3481959 w 9182100"/>
                <a:gd name="connsiteY31" fmla="*/ 37889 h 544245"/>
                <a:gd name="connsiteX32" fmla="*/ 3430238 w 9182100"/>
                <a:gd name="connsiteY32" fmla="*/ 35889 h 544245"/>
                <a:gd name="connsiteX33" fmla="*/ 3020473 w 9182100"/>
                <a:gd name="connsiteY33" fmla="*/ 37603 h 544245"/>
                <a:gd name="connsiteX34" fmla="*/ 2614422 w 9182100"/>
                <a:gd name="connsiteY34" fmla="*/ 56844 h 544245"/>
                <a:gd name="connsiteX35" fmla="*/ 2208657 w 9182100"/>
                <a:gd name="connsiteY35" fmla="*/ 81609 h 544245"/>
                <a:gd name="connsiteX36" fmla="*/ 1800606 w 9182100"/>
                <a:gd name="connsiteY36" fmla="*/ 107612 h 544245"/>
                <a:gd name="connsiteX37" fmla="*/ 1594676 w 9182100"/>
                <a:gd name="connsiteY37" fmla="*/ 124948 h 544245"/>
                <a:gd name="connsiteX38" fmla="*/ 1491996 w 9182100"/>
                <a:gd name="connsiteY38" fmla="*/ 136568 h 544245"/>
                <a:gd name="connsiteX39" fmla="*/ 1442942 w 9182100"/>
                <a:gd name="connsiteY39" fmla="*/ 141902 h 544245"/>
                <a:gd name="connsiteX40" fmla="*/ 1418463 w 9182100"/>
                <a:gd name="connsiteY40" fmla="*/ 144664 h 544245"/>
                <a:gd name="connsiteX41" fmla="*/ 1393984 w 9182100"/>
                <a:gd name="connsiteY41" fmla="*/ 146855 h 544245"/>
                <a:gd name="connsiteX42" fmla="*/ 1006697 w 9182100"/>
                <a:gd name="connsiteY42" fmla="*/ 169810 h 544245"/>
                <a:gd name="connsiteX43" fmla="*/ 816864 w 9182100"/>
                <a:gd name="connsiteY43" fmla="*/ 170953 h 544245"/>
                <a:gd name="connsiteX44" fmla="*/ 769906 w 9182100"/>
                <a:gd name="connsiteY44" fmla="*/ 169715 h 544245"/>
                <a:gd name="connsiteX45" fmla="*/ 723043 w 9182100"/>
                <a:gd name="connsiteY45" fmla="*/ 168096 h 544245"/>
                <a:gd name="connsiteX46" fmla="*/ 676370 w 9182100"/>
                <a:gd name="connsiteY46" fmla="*/ 166286 h 544245"/>
                <a:gd name="connsiteX47" fmla="*/ 629888 w 9182100"/>
                <a:gd name="connsiteY47" fmla="*/ 163333 h 544245"/>
                <a:gd name="connsiteX48" fmla="*/ 445484 w 9182100"/>
                <a:gd name="connsiteY48" fmla="*/ 146093 h 544245"/>
                <a:gd name="connsiteX49" fmla="*/ 263366 w 9182100"/>
                <a:gd name="connsiteY49" fmla="*/ 115232 h 544245"/>
                <a:gd name="connsiteX50" fmla="*/ 81439 w 9182100"/>
                <a:gd name="connsiteY50" fmla="*/ 70369 h 544245"/>
                <a:gd name="connsiteX51" fmla="*/ 35338 w 9182100"/>
                <a:gd name="connsiteY51" fmla="*/ 57034 h 544245"/>
                <a:gd name="connsiteX52" fmla="*/ 0 w 9182100"/>
                <a:gd name="connsiteY52" fmla="*/ 46652 h 544245"/>
                <a:gd name="connsiteX53" fmla="*/ 0 w 9182100"/>
                <a:gd name="connsiteY53" fmla="*/ 426795 h 544245"/>
                <a:gd name="connsiteX54" fmla="*/ 178594 w 9182100"/>
                <a:gd name="connsiteY54" fmla="*/ 479658 h 544245"/>
                <a:gd name="connsiteX55" fmla="*/ 610457 w 9182100"/>
                <a:gd name="connsiteY55" fmla="*/ 542619 h 544245"/>
                <a:gd name="connsiteX56" fmla="*/ 826865 w 9182100"/>
                <a:gd name="connsiteY56" fmla="*/ 539666 h 544245"/>
                <a:gd name="connsiteX57" fmla="*/ 1039654 w 9182100"/>
                <a:gd name="connsiteY57" fmla="*/ 515187 h 544245"/>
                <a:gd name="connsiteX58" fmla="*/ 1449705 w 9182100"/>
                <a:gd name="connsiteY58" fmla="*/ 415270 h 544245"/>
                <a:gd name="connsiteX59" fmla="*/ 1548765 w 9182100"/>
                <a:gd name="connsiteY59" fmla="*/ 382123 h 544245"/>
                <a:gd name="connsiteX60" fmla="*/ 1642872 w 9182100"/>
                <a:gd name="connsiteY60" fmla="*/ 349261 h 544245"/>
                <a:gd name="connsiteX61" fmla="*/ 1832991 w 9182100"/>
                <a:gd name="connsiteY61" fmla="*/ 289158 h 544245"/>
                <a:gd name="connsiteX62" fmla="*/ 2222754 w 9182100"/>
                <a:gd name="connsiteY62" fmla="*/ 193623 h 544245"/>
                <a:gd name="connsiteX63" fmla="*/ 2620137 w 9182100"/>
                <a:gd name="connsiteY63" fmla="*/ 138378 h 544245"/>
                <a:gd name="connsiteX64" fmla="*/ 3020473 w 9182100"/>
                <a:gd name="connsiteY64" fmla="*/ 127234 h 544245"/>
                <a:gd name="connsiteX65" fmla="*/ 3219736 w 9182100"/>
                <a:gd name="connsiteY65" fmla="*/ 139807 h 544245"/>
                <a:gd name="connsiteX66" fmla="*/ 3318605 w 9182100"/>
                <a:gd name="connsiteY66" fmla="*/ 151713 h 544245"/>
                <a:gd name="connsiteX67" fmla="*/ 3367754 w 9182100"/>
                <a:gd name="connsiteY67" fmla="*/ 158666 h 544245"/>
                <a:gd name="connsiteX68" fmla="*/ 3416618 w 9182100"/>
                <a:gd name="connsiteY68" fmla="*/ 166858 h 544245"/>
                <a:gd name="connsiteX69" fmla="*/ 3465195 w 9182100"/>
                <a:gd name="connsiteY69" fmla="*/ 176097 h 544245"/>
                <a:gd name="connsiteX70" fmla="*/ 3513868 w 9182100"/>
                <a:gd name="connsiteY70" fmla="*/ 185908 h 544245"/>
                <a:gd name="connsiteX71" fmla="*/ 3612737 w 9182100"/>
                <a:gd name="connsiteY71" fmla="*/ 207625 h 544245"/>
                <a:gd name="connsiteX72" fmla="*/ 3810381 w 9182100"/>
                <a:gd name="connsiteY72" fmla="*/ 252106 h 544245"/>
                <a:gd name="connsiteX73" fmla="*/ 4206621 w 9182100"/>
                <a:gd name="connsiteY73" fmla="*/ 339736 h 544245"/>
                <a:gd name="connsiteX74" fmla="*/ 4306062 w 9182100"/>
                <a:gd name="connsiteY74" fmla="*/ 359834 h 544245"/>
                <a:gd name="connsiteX75" fmla="*/ 4405503 w 9182100"/>
                <a:gd name="connsiteY75" fmla="*/ 378979 h 544245"/>
                <a:gd name="connsiteX76" fmla="*/ 4611529 w 9182100"/>
                <a:gd name="connsiteY76" fmla="*/ 405745 h 544245"/>
                <a:gd name="connsiteX77" fmla="*/ 5031677 w 9182100"/>
                <a:gd name="connsiteY77" fmla="*/ 427462 h 544245"/>
                <a:gd name="connsiteX78" fmla="*/ 5243227 w 9182100"/>
                <a:gd name="connsiteY78" fmla="*/ 418699 h 544245"/>
                <a:gd name="connsiteX79" fmla="*/ 5451062 w 9182100"/>
                <a:gd name="connsiteY79" fmla="*/ 398029 h 544245"/>
                <a:gd name="connsiteX80" fmla="*/ 5844635 w 9182100"/>
                <a:gd name="connsiteY80" fmla="*/ 353071 h 544245"/>
                <a:gd name="connsiteX81" fmla="*/ 5939981 w 9182100"/>
                <a:gd name="connsiteY81" fmla="*/ 346975 h 544245"/>
                <a:gd name="connsiteX82" fmla="*/ 6035898 w 9182100"/>
                <a:gd name="connsiteY82" fmla="*/ 344118 h 544245"/>
                <a:gd name="connsiteX83" fmla="*/ 6232303 w 9182100"/>
                <a:gd name="connsiteY83" fmla="*/ 343642 h 544245"/>
                <a:gd name="connsiteX84" fmla="*/ 6630924 w 9182100"/>
                <a:gd name="connsiteY84" fmla="*/ 351071 h 544245"/>
                <a:gd name="connsiteX85" fmla="*/ 6831140 w 9182100"/>
                <a:gd name="connsiteY85" fmla="*/ 356596 h 544245"/>
                <a:gd name="connsiteX86" fmla="*/ 7031545 w 9182100"/>
                <a:gd name="connsiteY86" fmla="*/ 362501 h 544245"/>
                <a:gd name="connsiteX87" fmla="*/ 7432262 w 9182100"/>
                <a:gd name="connsiteY87" fmla="*/ 378408 h 544245"/>
                <a:gd name="connsiteX88" fmla="*/ 7830312 w 9182100"/>
                <a:gd name="connsiteY88" fmla="*/ 402506 h 544245"/>
                <a:gd name="connsiteX89" fmla="*/ 7879270 w 9182100"/>
                <a:gd name="connsiteY89" fmla="*/ 406792 h 544245"/>
                <a:gd name="connsiteX90" fmla="*/ 7926895 w 9182100"/>
                <a:gd name="connsiteY90" fmla="*/ 411745 h 544245"/>
                <a:gd name="connsiteX91" fmla="*/ 7977569 w 9182100"/>
                <a:gd name="connsiteY91" fmla="*/ 417175 h 544245"/>
                <a:gd name="connsiteX92" fmla="*/ 8030623 w 9182100"/>
                <a:gd name="connsiteY92" fmla="*/ 422127 h 544245"/>
                <a:gd name="connsiteX93" fmla="*/ 8237982 w 9182100"/>
                <a:gd name="connsiteY93" fmla="*/ 435177 h 544245"/>
                <a:gd name="connsiteX94" fmla="*/ 8647748 w 9182100"/>
                <a:gd name="connsiteY94" fmla="*/ 449464 h 544245"/>
                <a:gd name="connsiteX95" fmla="*/ 8852821 w 9182100"/>
                <a:gd name="connsiteY95" fmla="*/ 456132 h 544245"/>
                <a:gd name="connsiteX96" fmla="*/ 8955786 w 9182100"/>
                <a:gd name="connsiteY96" fmla="*/ 458132 h 544245"/>
                <a:gd name="connsiteX97" fmla="*/ 9059227 w 9182100"/>
                <a:gd name="connsiteY97" fmla="*/ 457751 h 544245"/>
                <a:gd name="connsiteX98" fmla="*/ 9182005 w 9182100"/>
                <a:gd name="connsiteY98" fmla="*/ 452512 h 544245"/>
                <a:gd name="connsiteX99" fmla="*/ 9182005 w 9182100"/>
                <a:gd name="connsiteY99" fmla="*/ 154189 h 5442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</a:cxnLst>
              <a:rect l="l" t="t" r="r" b="b"/>
              <a:pathLst>
                <a:path w="9182100" h="544245">
                  <a:moveTo>
                    <a:pt x="9182100" y="154189"/>
                  </a:moveTo>
                  <a:cubicBezTo>
                    <a:pt x="9137618" y="157142"/>
                    <a:pt x="9092851" y="159904"/>
                    <a:pt x="9047702" y="162762"/>
                  </a:cubicBezTo>
                  <a:cubicBezTo>
                    <a:pt x="8917114" y="170668"/>
                    <a:pt x="8784717" y="178002"/>
                    <a:pt x="8652224" y="178287"/>
                  </a:cubicBezTo>
                  <a:cubicBezTo>
                    <a:pt x="8519732" y="178764"/>
                    <a:pt x="8387049" y="171239"/>
                    <a:pt x="8255603" y="161047"/>
                  </a:cubicBezTo>
                  <a:cubicBezTo>
                    <a:pt x="8189881" y="155904"/>
                    <a:pt x="8124539" y="149236"/>
                    <a:pt x="8060722" y="140854"/>
                  </a:cubicBezTo>
                  <a:cubicBezTo>
                    <a:pt x="8044815" y="138759"/>
                    <a:pt x="8029099" y="136473"/>
                    <a:pt x="8013478" y="134187"/>
                  </a:cubicBezTo>
                  <a:lnTo>
                    <a:pt x="7990428" y="130567"/>
                  </a:lnTo>
                  <a:lnTo>
                    <a:pt x="7964139" y="126853"/>
                  </a:lnTo>
                  <a:cubicBezTo>
                    <a:pt x="7946708" y="124376"/>
                    <a:pt x="7928896" y="121709"/>
                    <a:pt x="7911656" y="119518"/>
                  </a:cubicBezTo>
                  <a:lnTo>
                    <a:pt x="7860220" y="113232"/>
                  </a:lnTo>
                  <a:cubicBezTo>
                    <a:pt x="7723728" y="96277"/>
                    <a:pt x="7589044" y="83038"/>
                    <a:pt x="7453884" y="70369"/>
                  </a:cubicBezTo>
                  <a:cubicBezTo>
                    <a:pt x="7318915" y="57701"/>
                    <a:pt x="7184041" y="46366"/>
                    <a:pt x="7048976" y="36556"/>
                  </a:cubicBezTo>
                  <a:cubicBezTo>
                    <a:pt x="6981444" y="31793"/>
                    <a:pt x="6913912" y="26840"/>
                    <a:pt x="6846285" y="22649"/>
                  </a:cubicBezTo>
                  <a:cubicBezTo>
                    <a:pt x="6778657" y="18553"/>
                    <a:pt x="6710934" y="14934"/>
                    <a:pt x="6643212" y="11600"/>
                  </a:cubicBezTo>
                  <a:lnTo>
                    <a:pt x="6541485" y="7314"/>
                  </a:lnTo>
                  <a:cubicBezTo>
                    <a:pt x="6507576" y="5790"/>
                    <a:pt x="6473667" y="4647"/>
                    <a:pt x="6439567" y="3885"/>
                  </a:cubicBezTo>
                  <a:lnTo>
                    <a:pt x="6337459" y="1313"/>
                  </a:lnTo>
                  <a:lnTo>
                    <a:pt x="6234970" y="75"/>
                  </a:lnTo>
                  <a:cubicBezTo>
                    <a:pt x="6166295" y="-116"/>
                    <a:pt x="6097715" y="-116"/>
                    <a:pt x="6027802" y="2265"/>
                  </a:cubicBezTo>
                  <a:cubicBezTo>
                    <a:pt x="5993320" y="3123"/>
                    <a:pt x="5957412" y="4456"/>
                    <a:pt x="5921978" y="6552"/>
                  </a:cubicBezTo>
                  <a:cubicBezTo>
                    <a:pt x="5886546" y="8552"/>
                    <a:pt x="5851112" y="11124"/>
                    <a:pt x="5815965" y="14362"/>
                  </a:cubicBezTo>
                  <a:cubicBezTo>
                    <a:pt x="5674995" y="27126"/>
                    <a:pt x="5538597" y="48938"/>
                    <a:pt x="5408390" y="67036"/>
                  </a:cubicBezTo>
                  <a:cubicBezTo>
                    <a:pt x="5277993" y="85514"/>
                    <a:pt x="5151692" y="99039"/>
                    <a:pt x="5023866" y="103992"/>
                  </a:cubicBezTo>
                  <a:cubicBezTo>
                    <a:pt x="4960049" y="106660"/>
                    <a:pt x="4895946" y="107231"/>
                    <a:pt x="4831556" y="106374"/>
                  </a:cubicBezTo>
                  <a:cubicBezTo>
                    <a:pt x="4767167" y="105231"/>
                    <a:pt x="4702588" y="102468"/>
                    <a:pt x="4637723" y="98754"/>
                  </a:cubicBezTo>
                  <a:cubicBezTo>
                    <a:pt x="4572762" y="95230"/>
                    <a:pt x="4507992" y="88848"/>
                    <a:pt x="4442460" y="83038"/>
                  </a:cubicBezTo>
                  <a:cubicBezTo>
                    <a:pt x="4408837" y="80752"/>
                    <a:pt x="4375214" y="79228"/>
                    <a:pt x="4341686" y="77227"/>
                  </a:cubicBezTo>
                  <a:cubicBezTo>
                    <a:pt x="4308158" y="75227"/>
                    <a:pt x="4274534" y="73417"/>
                    <a:pt x="4241006" y="71989"/>
                  </a:cubicBezTo>
                  <a:cubicBezTo>
                    <a:pt x="4106895" y="65131"/>
                    <a:pt x="3971925" y="59797"/>
                    <a:pt x="3836956" y="54177"/>
                  </a:cubicBezTo>
                  <a:lnTo>
                    <a:pt x="3634549" y="45414"/>
                  </a:lnTo>
                  <a:lnTo>
                    <a:pt x="3533394" y="40461"/>
                  </a:lnTo>
                  <a:lnTo>
                    <a:pt x="3481959" y="37889"/>
                  </a:lnTo>
                  <a:cubicBezTo>
                    <a:pt x="3464719" y="37127"/>
                    <a:pt x="3447479" y="36079"/>
                    <a:pt x="3430238" y="35889"/>
                  </a:cubicBezTo>
                  <a:cubicBezTo>
                    <a:pt x="3292602" y="31126"/>
                    <a:pt x="3156299" y="33603"/>
                    <a:pt x="3020473" y="37603"/>
                  </a:cubicBezTo>
                  <a:cubicBezTo>
                    <a:pt x="2884741" y="41985"/>
                    <a:pt x="2749487" y="48843"/>
                    <a:pt x="2614422" y="56844"/>
                  </a:cubicBezTo>
                  <a:lnTo>
                    <a:pt x="2208657" y="81609"/>
                  </a:lnTo>
                  <a:cubicBezTo>
                    <a:pt x="2073116" y="89991"/>
                    <a:pt x="1937195" y="97515"/>
                    <a:pt x="1800606" y="107612"/>
                  </a:cubicBezTo>
                  <a:cubicBezTo>
                    <a:pt x="1732217" y="112184"/>
                    <a:pt x="1663827" y="117804"/>
                    <a:pt x="1594676" y="124948"/>
                  </a:cubicBezTo>
                  <a:lnTo>
                    <a:pt x="1491996" y="136568"/>
                  </a:lnTo>
                  <a:lnTo>
                    <a:pt x="1442942" y="141902"/>
                  </a:lnTo>
                  <a:lnTo>
                    <a:pt x="1418463" y="144664"/>
                  </a:lnTo>
                  <a:lnTo>
                    <a:pt x="1393984" y="146855"/>
                  </a:lnTo>
                  <a:cubicBezTo>
                    <a:pt x="1263491" y="159142"/>
                    <a:pt x="1134142" y="166667"/>
                    <a:pt x="1006697" y="169810"/>
                  </a:cubicBezTo>
                  <a:cubicBezTo>
                    <a:pt x="942975" y="172001"/>
                    <a:pt x="879729" y="171239"/>
                    <a:pt x="816864" y="170953"/>
                  </a:cubicBezTo>
                  <a:lnTo>
                    <a:pt x="769906" y="169715"/>
                  </a:lnTo>
                  <a:cubicBezTo>
                    <a:pt x="754285" y="169525"/>
                    <a:pt x="738569" y="169048"/>
                    <a:pt x="723043" y="168096"/>
                  </a:cubicBezTo>
                  <a:lnTo>
                    <a:pt x="676370" y="166286"/>
                  </a:lnTo>
                  <a:cubicBezTo>
                    <a:pt x="660845" y="165238"/>
                    <a:pt x="645414" y="164095"/>
                    <a:pt x="629888" y="163333"/>
                  </a:cubicBezTo>
                  <a:cubicBezTo>
                    <a:pt x="568071" y="159047"/>
                    <a:pt x="506540" y="154094"/>
                    <a:pt x="445484" y="146093"/>
                  </a:cubicBezTo>
                  <a:cubicBezTo>
                    <a:pt x="384524" y="137997"/>
                    <a:pt x="323850" y="128091"/>
                    <a:pt x="263366" y="115232"/>
                  </a:cubicBezTo>
                  <a:cubicBezTo>
                    <a:pt x="202787" y="102850"/>
                    <a:pt x="142589" y="87419"/>
                    <a:pt x="81439" y="70369"/>
                  </a:cubicBezTo>
                  <a:cubicBezTo>
                    <a:pt x="66199" y="66178"/>
                    <a:pt x="50864" y="61702"/>
                    <a:pt x="35338" y="57034"/>
                  </a:cubicBezTo>
                  <a:lnTo>
                    <a:pt x="0" y="46652"/>
                  </a:lnTo>
                  <a:lnTo>
                    <a:pt x="0" y="426795"/>
                  </a:lnTo>
                  <a:cubicBezTo>
                    <a:pt x="58198" y="446416"/>
                    <a:pt x="117920" y="464323"/>
                    <a:pt x="178594" y="479658"/>
                  </a:cubicBezTo>
                  <a:cubicBezTo>
                    <a:pt x="319850" y="514901"/>
                    <a:pt x="465582" y="537094"/>
                    <a:pt x="610457" y="542619"/>
                  </a:cubicBezTo>
                  <a:cubicBezTo>
                    <a:pt x="682943" y="545953"/>
                    <a:pt x="755142" y="543762"/>
                    <a:pt x="826865" y="539666"/>
                  </a:cubicBezTo>
                  <a:cubicBezTo>
                    <a:pt x="898398" y="534523"/>
                    <a:pt x="969645" y="526903"/>
                    <a:pt x="1039654" y="515187"/>
                  </a:cubicBezTo>
                  <a:cubicBezTo>
                    <a:pt x="1180052" y="492517"/>
                    <a:pt x="1316736" y="457751"/>
                    <a:pt x="1449705" y="415270"/>
                  </a:cubicBezTo>
                  <a:cubicBezTo>
                    <a:pt x="1483138" y="405364"/>
                    <a:pt x="1515809" y="393172"/>
                    <a:pt x="1548765" y="382123"/>
                  </a:cubicBezTo>
                  <a:lnTo>
                    <a:pt x="1642872" y="349261"/>
                  </a:lnTo>
                  <a:cubicBezTo>
                    <a:pt x="1705261" y="328211"/>
                    <a:pt x="1768983" y="308208"/>
                    <a:pt x="1832991" y="289158"/>
                  </a:cubicBezTo>
                  <a:cubicBezTo>
                    <a:pt x="1961198" y="251821"/>
                    <a:pt x="2091404" y="219435"/>
                    <a:pt x="2222754" y="193623"/>
                  </a:cubicBezTo>
                  <a:cubicBezTo>
                    <a:pt x="2354199" y="168382"/>
                    <a:pt x="2486882" y="149332"/>
                    <a:pt x="2620137" y="138378"/>
                  </a:cubicBezTo>
                  <a:cubicBezTo>
                    <a:pt x="2753392" y="127424"/>
                    <a:pt x="2887123" y="122947"/>
                    <a:pt x="3020473" y="127234"/>
                  </a:cubicBezTo>
                  <a:cubicBezTo>
                    <a:pt x="3087148" y="129043"/>
                    <a:pt x="3153632" y="133711"/>
                    <a:pt x="3219736" y="139807"/>
                  </a:cubicBezTo>
                  <a:cubicBezTo>
                    <a:pt x="3252788" y="143426"/>
                    <a:pt x="3285839" y="146760"/>
                    <a:pt x="3318605" y="151713"/>
                  </a:cubicBezTo>
                  <a:lnTo>
                    <a:pt x="3367754" y="158666"/>
                  </a:lnTo>
                  <a:cubicBezTo>
                    <a:pt x="3384042" y="161238"/>
                    <a:pt x="3400330" y="164000"/>
                    <a:pt x="3416618" y="166858"/>
                  </a:cubicBezTo>
                  <a:cubicBezTo>
                    <a:pt x="3432905" y="169525"/>
                    <a:pt x="3449003" y="172954"/>
                    <a:pt x="3465195" y="176097"/>
                  </a:cubicBezTo>
                  <a:cubicBezTo>
                    <a:pt x="3481483" y="179431"/>
                    <a:pt x="3497199" y="182288"/>
                    <a:pt x="3513868" y="185908"/>
                  </a:cubicBezTo>
                  <a:lnTo>
                    <a:pt x="3612737" y="207625"/>
                  </a:lnTo>
                  <a:lnTo>
                    <a:pt x="3810381" y="252106"/>
                  </a:lnTo>
                  <a:cubicBezTo>
                    <a:pt x="3942112" y="282015"/>
                    <a:pt x="4073843" y="312590"/>
                    <a:pt x="4206621" y="339736"/>
                  </a:cubicBezTo>
                  <a:cubicBezTo>
                    <a:pt x="4239768" y="346785"/>
                    <a:pt x="4272915" y="353452"/>
                    <a:pt x="4306062" y="359834"/>
                  </a:cubicBezTo>
                  <a:cubicBezTo>
                    <a:pt x="4339209" y="366216"/>
                    <a:pt x="4372356" y="372979"/>
                    <a:pt x="4405503" y="378979"/>
                  </a:cubicBezTo>
                  <a:cubicBezTo>
                    <a:pt x="4473416" y="389266"/>
                    <a:pt x="4542378" y="398410"/>
                    <a:pt x="4611529" y="405745"/>
                  </a:cubicBezTo>
                  <a:cubicBezTo>
                    <a:pt x="4749832" y="420794"/>
                    <a:pt x="4890326" y="428795"/>
                    <a:pt x="5031677" y="427462"/>
                  </a:cubicBezTo>
                  <a:cubicBezTo>
                    <a:pt x="5102352" y="426985"/>
                    <a:pt x="5173028" y="423747"/>
                    <a:pt x="5243227" y="418699"/>
                  </a:cubicBezTo>
                  <a:cubicBezTo>
                    <a:pt x="5313427" y="413650"/>
                    <a:pt x="5382959" y="406030"/>
                    <a:pt x="5451062" y="398029"/>
                  </a:cubicBezTo>
                  <a:cubicBezTo>
                    <a:pt x="5587651" y="381551"/>
                    <a:pt x="5717381" y="362501"/>
                    <a:pt x="5844635" y="353071"/>
                  </a:cubicBezTo>
                  <a:cubicBezTo>
                    <a:pt x="5876544" y="350690"/>
                    <a:pt x="5908262" y="348404"/>
                    <a:pt x="5939981" y="346975"/>
                  </a:cubicBezTo>
                  <a:cubicBezTo>
                    <a:pt x="5971794" y="345356"/>
                    <a:pt x="6003036" y="344308"/>
                    <a:pt x="6035898" y="344118"/>
                  </a:cubicBezTo>
                  <a:cubicBezTo>
                    <a:pt x="6100477" y="343070"/>
                    <a:pt x="6166390" y="343356"/>
                    <a:pt x="6232303" y="343642"/>
                  </a:cubicBezTo>
                  <a:cubicBezTo>
                    <a:pt x="6364415" y="344880"/>
                    <a:pt x="6497669" y="347833"/>
                    <a:pt x="6630924" y="351071"/>
                  </a:cubicBezTo>
                  <a:lnTo>
                    <a:pt x="6831140" y="356596"/>
                  </a:lnTo>
                  <a:lnTo>
                    <a:pt x="7031545" y="362501"/>
                  </a:lnTo>
                  <a:cubicBezTo>
                    <a:pt x="7165086" y="367454"/>
                    <a:pt x="7298818" y="371835"/>
                    <a:pt x="7432262" y="378408"/>
                  </a:cubicBezTo>
                  <a:cubicBezTo>
                    <a:pt x="7565518" y="384790"/>
                    <a:pt x="7699153" y="392124"/>
                    <a:pt x="7830312" y="402506"/>
                  </a:cubicBezTo>
                  <a:lnTo>
                    <a:pt x="7879270" y="406792"/>
                  </a:lnTo>
                  <a:lnTo>
                    <a:pt x="7926895" y="411745"/>
                  </a:lnTo>
                  <a:lnTo>
                    <a:pt x="7977569" y="417175"/>
                  </a:lnTo>
                  <a:cubicBezTo>
                    <a:pt x="7995380" y="418984"/>
                    <a:pt x="8013097" y="420699"/>
                    <a:pt x="8030623" y="422127"/>
                  </a:cubicBezTo>
                  <a:cubicBezTo>
                    <a:pt x="8100632" y="427843"/>
                    <a:pt x="8169402" y="431748"/>
                    <a:pt x="8237982" y="435177"/>
                  </a:cubicBezTo>
                  <a:cubicBezTo>
                    <a:pt x="8375047" y="442035"/>
                    <a:pt x="8511254" y="444511"/>
                    <a:pt x="8647748" y="449464"/>
                  </a:cubicBezTo>
                  <a:cubicBezTo>
                    <a:pt x="8715946" y="451750"/>
                    <a:pt x="8784336" y="454513"/>
                    <a:pt x="8852821" y="456132"/>
                  </a:cubicBezTo>
                  <a:cubicBezTo>
                    <a:pt x="8887111" y="456989"/>
                    <a:pt x="8921401" y="457751"/>
                    <a:pt x="8955786" y="458132"/>
                  </a:cubicBezTo>
                  <a:cubicBezTo>
                    <a:pt x="8990171" y="458323"/>
                    <a:pt x="9024651" y="458227"/>
                    <a:pt x="9059227" y="457751"/>
                  </a:cubicBezTo>
                  <a:cubicBezTo>
                    <a:pt x="9099995" y="456989"/>
                    <a:pt x="9140857" y="455275"/>
                    <a:pt x="9182005" y="452512"/>
                  </a:cubicBezTo>
                  <a:lnTo>
                    <a:pt x="9182005" y="154189"/>
                  </a:ln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lt1"/>
                </a:solidFill>
              </a:endParaRPr>
            </a:p>
          </p:txBody>
        </p:sp>
        <p:sp useBgFill="1">
          <p:nvSpPr>
            <p:cNvPr id="15" name="Freeform: Shape 14">
              <a:extLst>
                <a:ext uri="{FF2B5EF4-FFF2-40B4-BE49-F238E27FC236}">
                  <a16:creationId xmlns:a16="http://schemas.microsoft.com/office/drawing/2014/main" id="{1213505B-6136-49EC-951C-1FDA2A6C5B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3614750"/>
              <a:ext cx="12188952" cy="1201528"/>
            </a:xfrm>
            <a:custGeom>
              <a:avLst/>
              <a:gdLst>
                <a:gd name="connsiteX0" fmla="*/ 0 w 9182100"/>
                <a:gd name="connsiteY0" fmla="*/ 1019102 h 1019102"/>
                <a:gd name="connsiteX1" fmla="*/ 9182100 w 9182100"/>
                <a:gd name="connsiteY1" fmla="*/ 1019102 h 1019102"/>
                <a:gd name="connsiteX2" fmla="*/ 9182100 w 9182100"/>
                <a:gd name="connsiteY2" fmla="*/ 273009 h 1019102"/>
                <a:gd name="connsiteX3" fmla="*/ 9065895 w 9182100"/>
                <a:gd name="connsiteY3" fmla="*/ 278343 h 1019102"/>
                <a:gd name="connsiteX4" fmla="*/ 8261890 w 9182100"/>
                <a:gd name="connsiteY4" fmla="*/ 257769 h 1019102"/>
                <a:gd name="connsiteX5" fmla="*/ 8038624 w 9182100"/>
                <a:gd name="connsiteY5" fmla="*/ 235956 h 1019102"/>
                <a:gd name="connsiteX6" fmla="*/ 7862221 w 9182100"/>
                <a:gd name="connsiteY6" fmla="*/ 213097 h 1019102"/>
                <a:gd name="connsiteX7" fmla="*/ 6238780 w 9182100"/>
                <a:gd name="connsiteY7" fmla="*/ 126419 h 1019102"/>
                <a:gd name="connsiteX8" fmla="*/ 5828729 w 9182100"/>
                <a:gd name="connsiteY8" fmla="*/ 142421 h 1019102"/>
                <a:gd name="connsiteX9" fmla="*/ 5227606 w 9182100"/>
                <a:gd name="connsiteY9" fmla="*/ 219764 h 1019102"/>
                <a:gd name="connsiteX10" fmla="*/ 4394359 w 9182100"/>
                <a:gd name="connsiteY10" fmla="*/ 190713 h 1019102"/>
                <a:gd name="connsiteX11" fmla="*/ 3789236 w 9182100"/>
                <a:gd name="connsiteY11" fmla="*/ 107655 h 1019102"/>
                <a:gd name="connsiteX12" fmla="*/ 3391567 w 9182100"/>
                <a:gd name="connsiteY12" fmla="*/ 30502 h 1019102"/>
                <a:gd name="connsiteX13" fmla="*/ 2180177 w 9182100"/>
                <a:gd name="connsiteY13" fmla="*/ 67745 h 1019102"/>
                <a:gd name="connsiteX14" fmla="*/ 1543336 w 9182100"/>
                <a:gd name="connsiteY14" fmla="*/ 209953 h 1019102"/>
                <a:gd name="connsiteX15" fmla="*/ 1276731 w 9182100"/>
                <a:gd name="connsiteY15" fmla="*/ 286439 h 1019102"/>
                <a:gd name="connsiteX16" fmla="*/ 441293 w 9182100"/>
                <a:gd name="connsiteY16" fmla="*/ 292345 h 1019102"/>
                <a:gd name="connsiteX17" fmla="*/ 0 w 9182100"/>
                <a:gd name="connsiteY17" fmla="*/ 135563 h 1019102"/>
                <a:gd name="connsiteX18" fmla="*/ 0 w 9182100"/>
                <a:gd name="connsiteY18" fmla="*/ 1019102 h 10191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9182100" h="1019102">
                  <a:moveTo>
                    <a:pt x="0" y="1019102"/>
                  </a:moveTo>
                  <a:lnTo>
                    <a:pt x="9182100" y="1019102"/>
                  </a:lnTo>
                  <a:lnTo>
                    <a:pt x="9182100" y="273009"/>
                  </a:lnTo>
                  <a:cubicBezTo>
                    <a:pt x="9143429" y="275485"/>
                    <a:pt x="9104662" y="277200"/>
                    <a:pt x="9065895" y="278343"/>
                  </a:cubicBezTo>
                  <a:cubicBezTo>
                    <a:pt x="8798243" y="285201"/>
                    <a:pt x="8529066" y="277009"/>
                    <a:pt x="8261890" y="257769"/>
                  </a:cubicBezTo>
                  <a:cubicBezTo>
                    <a:pt x="8187024" y="251863"/>
                    <a:pt x="8112443" y="245386"/>
                    <a:pt x="8038624" y="235956"/>
                  </a:cubicBezTo>
                  <a:cubicBezTo>
                    <a:pt x="7980140" y="228051"/>
                    <a:pt x="7920228" y="219002"/>
                    <a:pt x="7862221" y="213097"/>
                  </a:cubicBezTo>
                  <a:cubicBezTo>
                    <a:pt x="7322439" y="159280"/>
                    <a:pt x="6780943" y="130991"/>
                    <a:pt x="6238780" y="126419"/>
                  </a:cubicBezTo>
                  <a:cubicBezTo>
                    <a:pt x="6102477" y="126324"/>
                    <a:pt x="5964745" y="128800"/>
                    <a:pt x="5828729" y="142421"/>
                  </a:cubicBezTo>
                  <a:cubicBezTo>
                    <a:pt x="5624703" y="162328"/>
                    <a:pt x="5429441" y="202048"/>
                    <a:pt x="5227606" y="219764"/>
                  </a:cubicBezTo>
                  <a:cubicBezTo>
                    <a:pt x="4950238" y="245767"/>
                    <a:pt x="4670393" y="228527"/>
                    <a:pt x="4394359" y="190713"/>
                  </a:cubicBezTo>
                  <a:cubicBezTo>
                    <a:pt x="4193381" y="163090"/>
                    <a:pt x="3988880" y="147755"/>
                    <a:pt x="3789236" y="107655"/>
                  </a:cubicBezTo>
                  <a:cubicBezTo>
                    <a:pt x="3660743" y="85271"/>
                    <a:pt x="3520249" y="51648"/>
                    <a:pt x="3391567" y="30502"/>
                  </a:cubicBezTo>
                  <a:cubicBezTo>
                    <a:pt x="2990469" y="-28553"/>
                    <a:pt x="2579370" y="5928"/>
                    <a:pt x="2180177" y="67745"/>
                  </a:cubicBezTo>
                  <a:cubicBezTo>
                    <a:pt x="1965198" y="103273"/>
                    <a:pt x="1751648" y="146136"/>
                    <a:pt x="1543336" y="209953"/>
                  </a:cubicBezTo>
                  <a:cubicBezTo>
                    <a:pt x="1456087" y="238528"/>
                    <a:pt x="1365885" y="264627"/>
                    <a:pt x="1276731" y="286439"/>
                  </a:cubicBezTo>
                  <a:cubicBezTo>
                    <a:pt x="1001173" y="335398"/>
                    <a:pt x="716471" y="346923"/>
                    <a:pt x="441293" y="292345"/>
                  </a:cubicBezTo>
                  <a:cubicBezTo>
                    <a:pt x="285655" y="263198"/>
                    <a:pt x="143923" y="198237"/>
                    <a:pt x="0" y="135563"/>
                  </a:cubicBezTo>
                  <a:lnTo>
                    <a:pt x="0" y="1019102"/>
                  </a:lnTo>
                  <a:close/>
                </a:path>
              </a:pathLst>
            </a:custGeom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62142602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FB5B0058-AF13-4859-B429-4EDDE2A26F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A5B6F15-FDFD-406B-D7D2-9B41456796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28121" y="1932478"/>
            <a:ext cx="6935759" cy="3134371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0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2024/25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6D6B450-4278-45B8-88C7-C061710E3C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0" y="1560911"/>
            <a:ext cx="3581400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E7CEFB9-5672-4FC6-981B-C8DA3FE08E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610600" y="1560911"/>
            <a:ext cx="3581400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74234A4C-A256-4139-A5F4-27078F0D67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3048" y="5286237"/>
            <a:ext cx="12188952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541692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55666830-9A19-4E01-8505-D6C7F9AC56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Grafik 4" descr="Ein Bild, das Im Haus, Kleidung, Bildung, Person enthält.&#10;&#10;KI-generierte Inhalte können fehlerhaft sein.">
            <a:extLst>
              <a:ext uri="{FF2B5EF4-FFF2-40B4-BE49-F238E27FC236}">
                <a16:creationId xmlns:a16="http://schemas.microsoft.com/office/drawing/2014/main" id="{3279FB86-63E9-78D0-EF3B-20FF8FB3069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615"/>
          <a:stretch>
            <a:fillRect/>
          </a:stretch>
        </p:blipFill>
        <p:spPr>
          <a:xfrm>
            <a:off x="4110127" y="10"/>
            <a:ext cx="8081873" cy="6857990"/>
          </a:xfrm>
          <a:custGeom>
            <a:avLst/>
            <a:gdLst/>
            <a:ahLst/>
            <a:cxnLst/>
            <a:rect l="l" t="t" r="r" b="b"/>
            <a:pathLst>
              <a:path w="8081873" h="6858000">
                <a:moveTo>
                  <a:pt x="0" y="0"/>
                </a:moveTo>
                <a:lnTo>
                  <a:pt x="8081873" y="0"/>
                </a:lnTo>
                <a:lnTo>
                  <a:pt x="8081873" y="6858000"/>
                </a:lnTo>
                <a:lnTo>
                  <a:pt x="0" y="6858000"/>
                </a:lnTo>
                <a:lnTo>
                  <a:pt x="68897" y="6734633"/>
                </a:lnTo>
                <a:cubicBezTo>
                  <a:pt x="558802" y="5812845"/>
                  <a:pt x="848920" y="4668597"/>
                  <a:pt x="848920" y="3429000"/>
                </a:cubicBezTo>
                <a:cubicBezTo>
                  <a:pt x="848920" y="2189404"/>
                  <a:pt x="558802" y="1045156"/>
                  <a:pt x="68897" y="123368"/>
                </a:cubicBezTo>
                <a:close/>
              </a:path>
            </a:pathLst>
          </a:custGeom>
        </p:spPr>
      </p:pic>
      <p:sp useBgFill="1">
        <p:nvSpPr>
          <p:cNvPr id="12" name="Freeform: Shape 11">
            <a:extLst>
              <a:ext uri="{FF2B5EF4-FFF2-40B4-BE49-F238E27FC236}">
                <a16:creationId xmlns:a16="http://schemas.microsoft.com/office/drawing/2014/main" id="{AE9FC877-7FB6-4D22-9988-35420644E2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959047" cy="6858000"/>
          </a:xfrm>
          <a:custGeom>
            <a:avLst/>
            <a:gdLst>
              <a:gd name="connsiteX0" fmla="*/ 0 w 4959047"/>
              <a:gd name="connsiteY0" fmla="*/ 0 h 6858000"/>
              <a:gd name="connsiteX1" fmla="*/ 4110127 w 4959047"/>
              <a:gd name="connsiteY1" fmla="*/ 0 h 6858000"/>
              <a:gd name="connsiteX2" fmla="*/ 4179024 w 4959047"/>
              <a:gd name="connsiteY2" fmla="*/ 123368 h 6858000"/>
              <a:gd name="connsiteX3" fmla="*/ 4959047 w 4959047"/>
              <a:gd name="connsiteY3" fmla="*/ 3429000 h 6858000"/>
              <a:gd name="connsiteX4" fmla="*/ 4179024 w 4959047"/>
              <a:gd name="connsiteY4" fmla="*/ 6734633 h 6858000"/>
              <a:gd name="connsiteX5" fmla="*/ 4110127 w 4959047"/>
              <a:gd name="connsiteY5" fmla="*/ 6858000 h 6858000"/>
              <a:gd name="connsiteX6" fmla="*/ 0 w 495904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59047" h="6858000">
                <a:moveTo>
                  <a:pt x="0" y="0"/>
                </a:moveTo>
                <a:lnTo>
                  <a:pt x="4110127" y="0"/>
                </a:lnTo>
                <a:lnTo>
                  <a:pt x="4179024" y="123368"/>
                </a:lnTo>
                <a:cubicBezTo>
                  <a:pt x="4668929" y="1045156"/>
                  <a:pt x="4959047" y="2189404"/>
                  <a:pt x="4959047" y="3429000"/>
                </a:cubicBezTo>
                <a:cubicBezTo>
                  <a:pt x="4959047" y="4668597"/>
                  <a:pt x="4668929" y="5812845"/>
                  <a:pt x="4179024" y="6734633"/>
                </a:cubicBezTo>
                <a:lnTo>
                  <a:pt x="4110127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algn="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4" name="Freeform: Shape 13">
            <a:extLst>
              <a:ext uri="{FF2B5EF4-FFF2-40B4-BE49-F238E27FC236}">
                <a16:creationId xmlns:a16="http://schemas.microsoft.com/office/drawing/2014/main" id="{E41809D1-F12E-46BB-B804-5F209D325E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948887" cy="6858000"/>
          </a:xfrm>
          <a:custGeom>
            <a:avLst/>
            <a:gdLst>
              <a:gd name="connsiteX0" fmla="*/ 0 w 4948887"/>
              <a:gd name="connsiteY0" fmla="*/ 0 h 6858000"/>
              <a:gd name="connsiteX1" fmla="*/ 4099967 w 4948887"/>
              <a:gd name="connsiteY1" fmla="*/ 0 h 6858000"/>
              <a:gd name="connsiteX2" fmla="*/ 4168864 w 4948887"/>
              <a:gd name="connsiteY2" fmla="*/ 123368 h 6858000"/>
              <a:gd name="connsiteX3" fmla="*/ 4948887 w 4948887"/>
              <a:gd name="connsiteY3" fmla="*/ 3429000 h 6858000"/>
              <a:gd name="connsiteX4" fmla="*/ 4168864 w 4948887"/>
              <a:gd name="connsiteY4" fmla="*/ 6734633 h 6858000"/>
              <a:gd name="connsiteX5" fmla="*/ 4099967 w 4948887"/>
              <a:gd name="connsiteY5" fmla="*/ 6858000 h 6858000"/>
              <a:gd name="connsiteX6" fmla="*/ 0 w 494888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48887" h="6858000">
                <a:moveTo>
                  <a:pt x="0" y="0"/>
                </a:moveTo>
                <a:lnTo>
                  <a:pt x="4099967" y="0"/>
                </a:lnTo>
                <a:lnTo>
                  <a:pt x="4168864" y="123368"/>
                </a:lnTo>
                <a:cubicBezTo>
                  <a:pt x="4658769" y="1045156"/>
                  <a:pt x="4948887" y="2189404"/>
                  <a:pt x="4948887" y="3429000"/>
                </a:cubicBezTo>
                <a:cubicBezTo>
                  <a:pt x="4948887" y="4668597"/>
                  <a:pt x="4658769" y="5812845"/>
                  <a:pt x="4168864" y="6734633"/>
                </a:cubicBezTo>
                <a:lnTo>
                  <a:pt x="4099967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EE0C595-C97E-1149-DCF2-1A1570A986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981" y="1122363"/>
            <a:ext cx="4023360" cy="320413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/>
              <a:t>Spiele Basteln fürs Bürgerheim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402336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1584848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A9F529C3-C941-49FD-8C67-82F134F64B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50000"/>
              <a:lumOff val="5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0586029-32A0-47E5-9AEC-AE3ABA6B94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rgbClr val="FFFFFF"/>
          </a:solidFill>
          <a:ln w="9525">
            <a:noFill/>
          </a:ln>
          <a:effectLst>
            <a:outerShdw blurRad="63500" dist="17780" dir="5400000" algn="t" rotWithShape="0">
              <a:prstClr val="black">
                <a:alpha val="4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Grafik 6" descr="Ein Bild, das Text, Handschrift enthält.&#10;&#10;KI-generierte Inhalte können fehlerhaft sein.">
            <a:extLst>
              <a:ext uri="{FF2B5EF4-FFF2-40B4-BE49-F238E27FC236}">
                <a16:creationId xmlns:a16="http://schemas.microsoft.com/office/drawing/2014/main" id="{896EB880-B937-001F-4DE2-9F35E427639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" b="5640"/>
          <a:stretch>
            <a:fillRect/>
          </a:stretch>
        </p:blipFill>
        <p:spPr>
          <a:xfrm flipH="1" flipV="1">
            <a:off x="643467" y="1555445"/>
            <a:ext cx="5294716" cy="3747108"/>
          </a:xfrm>
          <a:prstGeom prst="rect">
            <a:avLst/>
          </a:prstGeom>
        </p:spPr>
      </p:pic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8C730EAB-A532-4295-A302-FB4B90DB9F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079958" y="1143000"/>
            <a:ext cx="0" cy="4572000"/>
          </a:xfrm>
          <a:prstGeom prst="line">
            <a:avLst/>
          </a:prstGeom>
          <a:ln>
            <a:solidFill>
              <a:srgbClr val="4E4E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Inhaltsplatzhalter 4" descr="Ein Bild, das Im Haus, Box enthält.&#10;&#10;KI-generierte Inhalte können fehlerhaft sein.">
            <a:extLst>
              <a:ext uri="{FF2B5EF4-FFF2-40B4-BE49-F238E27FC236}">
                <a16:creationId xmlns:a16="http://schemas.microsoft.com/office/drawing/2014/main" id="{591C684F-F3E3-B7A2-7AB1-2673ECDED10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17" r="1" b="1"/>
          <a:stretch>
            <a:fillRect/>
          </a:stretch>
        </p:blipFill>
        <p:spPr>
          <a:xfrm rot="5400000">
            <a:off x="6115641" y="1107282"/>
            <a:ext cx="5571066" cy="46434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278614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5" name="Inhaltsplatzhalter 4" descr="Ein Bild, das Text, Briefumschlag, stationär, Papier enthält.&#10;&#10;KI-generierte Inhalte können fehlerhaft sein.">
            <a:extLst>
              <a:ext uri="{FF2B5EF4-FFF2-40B4-BE49-F238E27FC236}">
                <a16:creationId xmlns:a16="http://schemas.microsoft.com/office/drawing/2014/main" id="{7229F3AE-4DBD-2B8E-B9EF-8C9CD30633A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0923" b="-2"/>
          <a:stretch>
            <a:fillRect/>
          </a:stretch>
        </p:blipFill>
        <p:spPr>
          <a:xfrm rot="5400000">
            <a:off x="33141" y="329660"/>
            <a:ext cx="6129087" cy="5813197"/>
          </a:xfrm>
          <a:prstGeom prst="rect">
            <a:avLst/>
          </a:prstGeom>
        </p:spPr>
      </p:pic>
      <p:pic>
        <p:nvPicPr>
          <p:cNvPr id="7" name="Grafik 6" descr="Ein Bild, das Text, Im Haus, Wand, Boden enthält.&#10;&#10;KI-generierte Inhalte können fehlerhaft sein.">
            <a:extLst>
              <a:ext uri="{FF2B5EF4-FFF2-40B4-BE49-F238E27FC236}">
                <a16:creationId xmlns:a16="http://schemas.microsoft.com/office/drawing/2014/main" id="{82AA3CC9-E4C0-A3E0-06E2-586C1401D15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546" b="11598"/>
          <a:stretch>
            <a:fillRect/>
          </a:stretch>
        </p:blipFill>
        <p:spPr>
          <a:xfrm>
            <a:off x="6196929" y="171716"/>
            <a:ext cx="5803986" cy="3171422"/>
          </a:xfrm>
          <a:prstGeom prst="rect">
            <a:avLst/>
          </a:prstGeom>
        </p:spPr>
      </p:pic>
      <p:pic>
        <p:nvPicPr>
          <p:cNvPr id="9" name="Grafik 8" descr="Ein Bild, das Text, Im Haus, Kunst enthält.&#10;&#10;KI-generierte Inhalte können fehlerhaft sein.">
            <a:extLst>
              <a:ext uri="{FF2B5EF4-FFF2-40B4-BE49-F238E27FC236}">
                <a16:creationId xmlns:a16="http://schemas.microsoft.com/office/drawing/2014/main" id="{4F7EA453-F678-B775-C7B1-3B89FF6FCA3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618" b="15187"/>
          <a:stretch>
            <a:fillRect/>
          </a:stretch>
        </p:blipFill>
        <p:spPr>
          <a:xfrm>
            <a:off x="6196929" y="3514856"/>
            <a:ext cx="5786386" cy="2785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554089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FABB624F-BF77-4AE1-B71D-2D681D4731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7" name="Grafik 6" descr="Ein Bild, das Text, Handschrift, Kinderkunst, Rechteck enthält.&#10;&#10;KI-generierte Inhalte können fehlerhaft sein.">
            <a:extLst>
              <a:ext uri="{FF2B5EF4-FFF2-40B4-BE49-F238E27FC236}">
                <a16:creationId xmlns:a16="http://schemas.microsoft.com/office/drawing/2014/main" id="{959CCA02-404F-2B14-BB6D-65FD751E023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400"/>
          <a:stretch>
            <a:fillRect/>
          </a:stretch>
        </p:blipFill>
        <p:spPr>
          <a:xfrm>
            <a:off x="-1" y="10"/>
            <a:ext cx="7370057" cy="6857990"/>
          </a:xfrm>
          <a:prstGeom prst="rect">
            <a:avLst/>
          </a:prstGeom>
        </p:spPr>
      </p:pic>
      <p:pic>
        <p:nvPicPr>
          <p:cNvPr id="9" name="Grafik 8" descr="Ein Bild, das Im Haus, Kinderkunst, Büroausstattung, Text enthält.&#10;&#10;KI-generierte Inhalte können fehlerhaft sein.">
            <a:extLst>
              <a:ext uri="{FF2B5EF4-FFF2-40B4-BE49-F238E27FC236}">
                <a16:creationId xmlns:a16="http://schemas.microsoft.com/office/drawing/2014/main" id="{E050B3C3-26CF-D0F3-1928-E7245A5007A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06" r="-3" b="3579"/>
          <a:stretch>
            <a:fillRect/>
          </a:stretch>
        </p:blipFill>
        <p:spPr>
          <a:xfrm rot="10800000">
            <a:off x="7534656" y="1"/>
            <a:ext cx="4657344" cy="3346704"/>
          </a:xfrm>
          <a:prstGeom prst="rect">
            <a:avLst/>
          </a:prstGeom>
        </p:spPr>
      </p:pic>
      <p:pic>
        <p:nvPicPr>
          <p:cNvPr id="5" name="Inhaltsplatzhalter 4" descr="Ein Bild, das Text, Kinderkunst, Klebezettel, Büroausstattung enthält.&#10;&#10;KI-generierte Inhalte können fehlerhaft sein.">
            <a:extLst>
              <a:ext uri="{FF2B5EF4-FFF2-40B4-BE49-F238E27FC236}">
                <a16:creationId xmlns:a16="http://schemas.microsoft.com/office/drawing/2014/main" id="{728379D7-D3CD-5892-A83B-26B70AB5AF1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189" r="-3" b="-3"/>
          <a:stretch>
            <a:fillRect/>
          </a:stretch>
        </p:blipFill>
        <p:spPr>
          <a:xfrm rot="10800000" flipH="1" flipV="1">
            <a:off x="7534654" y="3511296"/>
            <a:ext cx="4657346" cy="33467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182015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2FAA70C3-2AD5-42D6-AC00-5977FEA4DA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2" y="0"/>
            <a:ext cx="1219200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5D1D4658-32CD-4903-BDA6-7B54EEA4ED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12191997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Grafik 8" descr="Ein Bild, das Box, Vogelhaus, Im Haus enthält.&#10;&#10;KI-generierte Inhalte können fehlerhaft sein.">
            <a:extLst>
              <a:ext uri="{FF2B5EF4-FFF2-40B4-BE49-F238E27FC236}">
                <a16:creationId xmlns:a16="http://schemas.microsoft.com/office/drawing/2014/main" id="{26640D1D-B50E-6004-08C4-0DF2AF982AB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39" r="1" b="1"/>
          <a:stretch>
            <a:fillRect/>
          </a:stretch>
        </p:blipFill>
        <p:spPr>
          <a:xfrm>
            <a:off x="3890886" y="983228"/>
            <a:ext cx="8301112" cy="5874772"/>
          </a:xfrm>
          <a:custGeom>
            <a:avLst/>
            <a:gdLst/>
            <a:ahLst/>
            <a:cxnLst/>
            <a:rect l="l" t="t" r="r" b="b"/>
            <a:pathLst>
              <a:path w="8301112" h="5874772">
                <a:moveTo>
                  <a:pt x="3607511" y="0"/>
                </a:moveTo>
                <a:cubicBezTo>
                  <a:pt x="3607511" y="0"/>
                  <a:pt x="3607511" y="0"/>
                  <a:pt x="8106431" y="0"/>
                </a:cubicBezTo>
                <a:lnTo>
                  <a:pt x="8301112" y="0"/>
                </a:lnTo>
                <a:lnTo>
                  <a:pt x="8301112" y="5874772"/>
                </a:lnTo>
                <a:lnTo>
                  <a:pt x="27685" y="5874772"/>
                </a:lnTo>
                <a:lnTo>
                  <a:pt x="24376" y="5862584"/>
                </a:lnTo>
                <a:cubicBezTo>
                  <a:pt x="-24375" y="5631005"/>
                  <a:pt x="0" y="5362863"/>
                  <a:pt x="97502" y="5167850"/>
                </a:cubicBezTo>
                <a:cubicBezTo>
                  <a:pt x="97502" y="5167850"/>
                  <a:pt x="97502" y="5167850"/>
                  <a:pt x="2827510" y="438782"/>
                </a:cubicBezTo>
                <a:cubicBezTo>
                  <a:pt x="2973760" y="195014"/>
                  <a:pt x="3331265" y="0"/>
                  <a:pt x="3607511" y="0"/>
                </a:cubicBezTo>
                <a:close/>
              </a:path>
            </a:pathLst>
          </a:custGeom>
        </p:spPr>
      </p:pic>
      <p:pic>
        <p:nvPicPr>
          <p:cNvPr id="5" name="Inhaltsplatzhalter 4" descr="Ein Bild, das Text, Box, Im Haus, Design enthält.&#10;&#10;KI-generierte Inhalte können fehlerhaft sein.">
            <a:extLst>
              <a:ext uri="{FF2B5EF4-FFF2-40B4-BE49-F238E27FC236}">
                <a16:creationId xmlns:a16="http://schemas.microsoft.com/office/drawing/2014/main" id="{DF12248C-A90E-D4D7-E341-0D10B7C25D6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0017" b="1"/>
          <a:stretch>
            <a:fillRect/>
          </a:stretch>
        </p:blipFill>
        <p:spPr>
          <a:xfrm>
            <a:off x="266700" y="360023"/>
            <a:ext cx="5342805" cy="4453168"/>
          </a:xfrm>
          <a:custGeom>
            <a:avLst/>
            <a:gdLst/>
            <a:ahLst/>
            <a:cxnLst/>
            <a:rect l="l" t="t" r="r" b="b"/>
            <a:pathLst>
              <a:path w="5846002" h="4872577">
                <a:moveTo>
                  <a:pt x="343285" y="2953992"/>
                </a:moveTo>
                <a:cubicBezTo>
                  <a:pt x="343285" y="2953992"/>
                  <a:pt x="343285" y="2953992"/>
                  <a:pt x="849063" y="2953992"/>
                </a:cubicBezTo>
                <a:cubicBezTo>
                  <a:pt x="880743" y="2953992"/>
                  <a:pt x="911330" y="2971406"/>
                  <a:pt x="926624" y="2999703"/>
                </a:cubicBezTo>
                <a:cubicBezTo>
                  <a:pt x="926624" y="2999703"/>
                  <a:pt x="926624" y="2999703"/>
                  <a:pt x="1180059" y="3436136"/>
                </a:cubicBezTo>
                <a:cubicBezTo>
                  <a:pt x="1196445" y="3463345"/>
                  <a:pt x="1196445" y="3498172"/>
                  <a:pt x="1180059" y="3525382"/>
                </a:cubicBezTo>
                <a:cubicBezTo>
                  <a:pt x="1180059" y="3525382"/>
                  <a:pt x="1180059" y="3525382"/>
                  <a:pt x="926624" y="3961814"/>
                </a:cubicBezTo>
                <a:cubicBezTo>
                  <a:pt x="911330" y="3990111"/>
                  <a:pt x="880743" y="4007525"/>
                  <a:pt x="849063" y="4007525"/>
                </a:cubicBezTo>
                <a:cubicBezTo>
                  <a:pt x="849063" y="4007525"/>
                  <a:pt x="849063" y="4007525"/>
                  <a:pt x="343285" y="4007525"/>
                </a:cubicBezTo>
                <a:cubicBezTo>
                  <a:pt x="310513" y="4007525"/>
                  <a:pt x="281019" y="3990111"/>
                  <a:pt x="264633" y="3961814"/>
                </a:cubicBezTo>
                <a:cubicBezTo>
                  <a:pt x="264633" y="3961814"/>
                  <a:pt x="264633" y="3961814"/>
                  <a:pt x="12290" y="3525382"/>
                </a:cubicBezTo>
                <a:cubicBezTo>
                  <a:pt x="-4096" y="3498172"/>
                  <a:pt x="-4096" y="3463345"/>
                  <a:pt x="12290" y="3436136"/>
                </a:cubicBezTo>
                <a:cubicBezTo>
                  <a:pt x="12290" y="3436136"/>
                  <a:pt x="12290" y="3436136"/>
                  <a:pt x="264633" y="2999703"/>
                </a:cubicBezTo>
                <a:cubicBezTo>
                  <a:pt x="281019" y="2971406"/>
                  <a:pt x="310513" y="2953992"/>
                  <a:pt x="343285" y="2953992"/>
                </a:cubicBezTo>
                <a:close/>
                <a:moveTo>
                  <a:pt x="2353334" y="538808"/>
                </a:moveTo>
                <a:cubicBezTo>
                  <a:pt x="2353334" y="538808"/>
                  <a:pt x="2353334" y="538808"/>
                  <a:pt x="2613403" y="538808"/>
                </a:cubicBezTo>
                <a:lnTo>
                  <a:pt x="2643742" y="538808"/>
                </a:lnTo>
                <a:lnTo>
                  <a:pt x="2672692" y="588661"/>
                </a:lnTo>
                <a:cubicBezTo>
                  <a:pt x="2713002" y="658078"/>
                  <a:pt x="2759909" y="738855"/>
                  <a:pt x="2814491" y="832849"/>
                </a:cubicBezTo>
                <a:cubicBezTo>
                  <a:pt x="2839586" y="874521"/>
                  <a:pt x="2839586" y="927860"/>
                  <a:pt x="2814491" y="969531"/>
                </a:cubicBezTo>
                <a:cubicBezTo>
                  <a:pt x="2814491" y="969531"/>
                  <a:pt x="2814491" y="969531"/>
                  <a:pt x="2426350" y="1637936"/>
                </a:cubicBezTo>
                <a:cubicBezTo>
                  <a:pt x="2402927" y="1681274"/>
                  <a:pt x="2356083" y="1707943"/>
                  <a:pt x="2307565" y="1707943"/>
                </a:cubicBezTo>
                <a:cubicBezTo>
                  <a:pt x="2307565" y="1707943"/>
                  <a:pt x="2307565" y="1707943"/>
                  <a:pt x="1532956" y="1707943"/>
                </a:cubicBezTo>
                <a:cubicBezTo>
                  <a:pt x="1520409" y="1707943"/>
                  <a:pt x="1508175" y="1706276"/>
                  <a:pt x="1496490" y="1703099"/>
                </a:cubicBezTo>
                <a:lnTo>
                  <a:pt x="1471408" y="1692583"/>
                </a:lnTo>
                <a:lnTo>
                  <a:pt x="1486736" y="1666073"/>
                </a:lnTo>
                <a:cubicBezTo>
                  <a:pt x="1625328" y="1426376"/>
                  <a:pt x="1802725" y="1119564"/>
                  <a:pt x="2029793" y="726844"/>
                </a:cubicBezTo>
                <a:cubicBezTo>
                  <a:pt x="2097197" y="610441"/>
                  <a:pt x="2218525" y="538808"/>
                  <a:pt x="2353334" y="538808"/>
                </a:cubicBezTo>
                <a:close/>
                <a:moveTo>
                  <a:pt x="1487085" y="0"/>
                </a:moveTo>
                <a:cubicBezTo>
                  <a:pt x="1487085" y="0"/>
                  <a:pt x="1487085" y="0"/>
                  <a:pt x="2360840" y="0"/>
                </a:cubicBezTo>
                <a:cubicBezTo>
                  <a:pt x="2415568" y="0"/>
                  <a:pt x="2468407" y="30084"/>
                  <a:pt x="2494828" y="78969"/>
                </a:cubicBezTo>
                <a:cubicBezTo>
                  <a:pt x="2494828" y="78969"/>
                  <a:pt x="2494828" y="78969"/>
                  <a:pt x="2729665" y="483373"/>
                </a:cubicBezTo>
                <a:lnTo>
                  <a:pt x="2756194" y="529058"/>
                </a:lnTo>
                <a:lnTo>
                  <a:pt x="2735320" y="529058"/>
                </a:lnTo>
                <a:lnTo>
                  <a:pt x="2636659" y="529058"/>
                </a:lnTo>
                <a:lnTo>
                  <a:pt x="2593799" y="455250"/>
                </a:lnTo>
                <a:cubicBezTo>
                  <a:pt x="2430052" y="173267"/>
                  <a:pt x="2430052" y="173267"/>
                  <a:pt x="2430052" y="173267"/>
                </a:cubicBezTo>
                <a:cubicBezTo>
                  <a:pt x="2406629" y="129929"/>
                  <a:pt x="2359785" y="103259"/>
                  <a:pt x="2311267" y="103259"/>
                </a:cubicBezTo>
                <a:cubicBezTo>
                  <a:pt x="1536658" y="103259"/>
                  <a:pt x="1536658" y="103259"/>
                  <a:pt x="1536658" y="103259"/>
                </a:cubicBezTo>
                <a:cubicBezTo>
                  <a:pt x="1486468" y="103259"/>
                  <a:pt x="1441296" y="129929"/>
                  <a:pt x="1416201" y="173267"/>
                </a:cubicBezTo>
                <a:cubicBezTo>
                  <a:pt x="1029733" y="841671"/>
                  <a:pt x="1029733" y="841671"/>
                  <a:pt x="1029733" y="841671"/>
                </a:cubicBezTo>
                <a:cubicBezTo>
                  <a:pt x="1004637" y="883343"/>
                  <a:pt x="1004637" y="936682"/>
                  <a:pt x="1029733" y="978353"/>
                </a:cubicBezTo>
                <a:cubicBezTo>
                  <a:pt x="1416201" y="1646758"/>
                  <a:pt x="1416201" y="1646758"/>
                  <a:pt x="1416201" y="1646758"/>
                </a:cubicBezTo>
                <a:cubicBezTo>
                  <a:pt x="1428749" y="1668427"/>
                  <a:pt x="1446315" y="1685929"/>
                  <a:pt x="1467019" y="1698013"/>
                </a:cubicBezTo>
                <a:lnTo>
                  <a:pt x="1472899" y="1700478"/>
                </a:lnTo>
                <a:lnTo>
                  <a:pt x="1441377" y="1754996"/>
                </a:lnTo>
                <a:lnTo>
                  <a:pt x="1417933" y="1795543"/>
                </a:lnTo>
                <a:lnTo>
                  <a:pt x="1442249" y="1805738"/>
                </a:lnTo>
                <a:cubicBezTo>
                  <a:pt x="1455430" y="1809322"/>
                  <a:pt x="1469230" y="1811202"/>
                  <a:pt x="1483383" y="1811202"/>
                </a:cubicBezTo>
                <a:cubicBezTo>
                  <a:pt x="2357138" y="1811202"/>
                  <a:pt x="2357138" y="1811202"/>
                  <a:pt x="2357138" y="1811202"/>
                </a:cubicBezTo>
                <a:cubicBezTo>
                  <a:pt x="2411866" y="1811202"/>
                  <a:pt x="2464705" y="1781120"/>
                  <a:pt x="2491126" y="1732235"/>
                </a:cubicBezTo>
                <a:cubicBezTo>
                  <a:pt x="2928947" y="978278"/>
                  <a:pt x="2928947" y="978278"/>
                  <a:pt x="2928947" y="978278"/>
                </a:cubicBezTo>
                <a:cubicBezTo>
                  <a:pt x="2957254" y="931274"/>
                  <a:pt x="2957254" y="871108"/>
                  <a:pt x="2928947" y="824102"/>
                </a:cubicBezTo>
                <a:cubicBezTo>
                  <a:pt x="2874220" y="729858"/>
                  <a:pt x="2826333" y="647394"/>
                  <a:pt x="2784432" y="575238"/>
                </a:cubicBezTo>
                <a:lnTo>
                  <a:pt x="2763277" y="538808"/>
                </a:lnTo>
                <a:lnTo>
                  <a:pt x="2861280" y="538808"/>
                </a:lnTo>
                <a:cubicBezTo>
                  <a:pt x="3166048" y="538808"/>
                  <a:pt x="3653676" y="538808"/>
                  <a:pt x="4433881" y="538808"/>
                </a:cubicBezTo>
                <a:cubicBezTo>
                  <a:pt x="4564197" y="538808"/>
                  <a:pt x="4690018" y="610441"/>
                  <a:pt x="4752929" y="726844"/>
                </a:cubicBezTo>
                <a:cubicBezTo>
                  <a:pt x="4752929" y="726844"/>
                  <a:pt x="4752929" y="726844"/>
                  <a:pt x="5795449" y="2522134"/>
                </a:cubicBezTo>
                <a:cubicBezTo>
                  <a:pt x="5862854" y="2634060"/>
                  <a:pt x="5862854" y="2777325"/>
                  <a:pt x="5795449" y="2889251"/>
                </a:cubicBezTo>
                <a:cubicBezTo>
                  <a:pt x="5795449" y="2889251"/>
                  <a:pt x="5795449" y="2889251"/>
                  <a:pt x="4752929" y="4684542"/>
                </a:cubicBezTo>
                <a:cubicBezTo>
                  <a:pt x="4690018" y="4800945"/>
                  <a:pt x="4564197" y="4872577"/>
                  <a:pt x="4433881" y="4872577"/>
                </a:cubicBezTo>
                <a:cubicBezTo>
                  <a:pt x="4433881" y="4872577"/>
                  <a:pt x="4433881" y="4872577"/>
                  <a:pt x="2353334" y="4872577"/>
                </a:cubicBezTo>
                <a:cubicBezTo>
                  <a:pt x="2218525" y="4872577"/>
                  <a:pt x="2097197" y="4800945"/>
                  <a:pt x="2029793" y="4684542"/>
                </a:cubicBezTo>
                <a:cubicBezTo>
                  <a:pt x="2029793" y="4684542"/>
                  <a:pt x="2029793" y="4684542"/>
                  <a:pt x="991766" y="2889251"/>
                </a:cubicBezTo>
                <a:cubicBezTo>
                  <a:pt x="924361" y="2777325"/>
                  <a:pt x="924361" y="2634060"/>
                  <a:pt x="991766" y="2522134"/>
                </a:cubicBezTo>
                <a:cubicBezTo>
                  <a:pt x="991766" y="2522134"/>
                  <a:pt x="991766" y="2522134"/>
                  <a:pt x="1377193" y="1855530"/>
                </a:cubicBezTo>
                <a:lnTo>
                  <a:pt x="1409676" y="1799352"/>
                </a:lnTo>
                <a:lnTo>
                  <a:pt x="1408533" y="1798873"/>
                </a:lnTo>
                <a:cubicBezTo>
                  <a:pt x="1385179" y="1785241"/>
                  <a:pt x="1365364" y="1765500"/>
                  <a:pt x="1351210" y="1741057"/>
                </a:cubicBezTo>
                <a:cubicBezTo>
                  <a:pt x="1351210" y="1741057"/>
                  <a:pt x="1351210" y="1741057"/>
                  <a:pt x="915276" y="987100"/>
                </a:cubicBezTo>
                <a:cubicBezTo>
                  <a:pt x="886968" y="940096"/>
                  <a:pt x="886968" y="879930"/>
                  <a:pt x="915276" y="832924"/>
                </a:cubicBezTo>
                <a:cubicBezTo>
                  <a:pt x="915276" y="832924"/>
                  <a:pt x="915276" y="832924"/>
                  <a:pt x="1351210" y="78969"/>
                </a:cubicBezTo>
                <a:cubicBezTo>
                  <a:pt x="1379517" y="30084"/>
                  <a:pt x="1430471" y="0"/>
                  <a:pt x="1487085" y="0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49650378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A061BA2E-A388-41C5-B73A-B0FEB6B102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Grafik 6" descr="Ein Bild, das Kleidung, Person, Im Haus, Menschliches Gesicht enthält.&#10;&#10;KI-generierte Inhalte können fehlerhaft sein.">
            <a:extLst>
              <a:ext uri="{FF2B5EF4-FFF2-40B4-BE49-F238E27FC236}">
                <a16:creationId xmlns:a16="http://schemas.microsoft.com/office/drawing/2014/main" id="{6783454B-1854-DCF8-84FB-FA6F80748DD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643"/>
          <a:stretch>
            <a:fillRect/>
          </a:stretch>
        </p:blipFill>
        <p:spPr>
          <a:xfrm>
            <a:off x="-1" y="10"/>
            <a:ext cx="6096001" cy="6857990"/>
          </a:xfrm>
          <a:prstGeom prst="rect">
            <a:avLst/>
          </a:prstGeom>
        </p:spPr>
      </p:pic>
      <p:pic>
        <p:nvPicPr>
          <p:cNvPr id="5" name="Grafik 4" descr="Ein Bild, das Kleidung, Person, Im Haus, Menschliches Gesicht enthält.&#10;&#10;KI-generierte Inhalte können fehlerhaft sein.">
            <a:extLst>
              <a:ext uri="{FF2B5EF4-FFF2-40B4-BE49-F238E27FC236}">
                <a16:creationId xmlns:a16="http://schemas.microsoft.com/office/drawing/2014/main" id="{6E84B6C1-805E-5241-734C-BD5C73A96AB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19" r="7986"/>
          <a:stretch>
            <a:fillRect/>
          </a:stretch>
        </p:blipFill>
        <p:spPr>
          <a:xfrm rot="5400000">
            <a:off x="5712714" y="381761"/>
            <a:ext cx="6858000" cy="6094477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76E192A2-3ED3-4081-8A86-A22B511417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4152902" y="-1181101"/>
            <a:ext cx="3886200" cy="12192001"/>
          </a:xfrm>
          <a:prstGeom prst="rect">
            <a:avLst/>
          </a:prstGeom>
          <a:gradFill>
            <a:gsLst>
              <a:gs pos="41000">
                <a:schemeClr val="tx1">
                  <a:alpha val="46000"/>
                </a:schemeClr>
              </a:gs>
              <a:gs pos="21000">
                <a:schemeClr val="tx1">
                  <a:alpha val="30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>
                  <a:alpha val="90000"/>
                </a:schemeClr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190C002-55C4-3142-C2EF-B612AAAEBF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4553" y="3091928"/>
            <a:ext cx="9079991" cy="238760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72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Im Bürgerheim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79F40191-0F44-4FD1-82CC-ACB507C14B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5575039"/>
            <a:ext cx="9784080" cy="685800"/>
          </a:xfrm>
          <a:prstGeom prst="roundRect">
            <a:avLst>
              <a:gd name="adj" fmla="val 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Avenir Next LT Pro"/>
            </a:endParaRPr>
          </a:p>
        </p:txBody>
      </p:sp>
    </p:spTree>
    <p:extLst>
      <p:ext uri="{BB962C8B-B14F-4D97-AF65-F5344CB8AC3E}">
        <p14:creationId xmlns:p14="http://schemas.microsoft.com/office/powerpoint/2010/main" val="347507366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11BE3FA7-0D70-4431-814F-D8C40576EA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7" name="Grafik 6" descr="Ein Bild, das Kleidung, Mobiliar, Person, Stuhl enthält.&#10;&#10;KI-generierte Inhalte können fehlerhaft sein.">
            <a:extLst>
              <a:ext uri="{FF2B5EF4-FFF2-40B4-BE49-F238E27FC236}">
                <a16:creationId xmlns:a16="http://schemas.microsoft.com/office/drawing/2014/main" id="{CDFE29FB-E916-1D12-B10E-A062D9A52DF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823" r="15843"/>
          <a:stretch>
            <a:fillRect/>
          </a:stretch>
        </p:blipFill>
        <p:spPr>
          <a:xfrm>
            <a:off x="321731" y="557189"/>
            <a:ext cx="5668684" cy="5743618"/>
          </a:xfrm>
          <a:prstGeom prst="rect">
            <a:avLst/>
          </a:prstGeom>
        </p:spPr>
      </p:pic>
      <p:pic>
        <p:nvPicPr>
          <p:cNvPr id="5" name="Grafik 4" descr="Ein Bild, das Kleidung, Mobiliar, Person, Stuhl enthält.&#10;&#10;KI-generierte Inhalte können fehlerhaft sein.">
            <a:extLst>
              <a:ext uri="{FF2B5EF4-FFF2-40B4-BE49-F238E27FC236}">
                <a16:creationId xmlns:a16="http://schemas.microsoft.com/office/drawing/2014/main" id="{E0525668-2750-2FFD-B89E-8EF56B6E1AD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695" r="-1" b="8276"/>
          <a:stretch>
            <a:fillRect/>
          </a:stretch>
        </p:blipFill>
        <p:spPr>
          <a:xfrm>
            <a:off x="6195375" y="557189"/>
            <a:ext cx="5674893" cy="5743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418346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D880886B-02ED-4317-9236-CB60C22CF7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D64A822-79A1-F524-740A-3D42A18AE8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4419600"/>
            <a:ext cx="10908792" cy="120396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Advent </a:t>
            </a:r>
            <a:r>
              <a:rPr lang="en-US" sz="66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Advent</a:t>
            </a:r>
            <a:endParaRPr lang="en-US" sz="66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5" name="Grafik 4" descr="Ein Bild, das Im Haus, Wand, Mobiliar, Whiteboard enthält.&#10;&#10;KI-generierte Inhalte können fehlerhaft sein.">
            <a:extLst>
              <a:ext uri="{FF2B5EF4-FFF2-40B4-BE49-F238E27FC236}">
                <a16:creationId xmlns:a16="http://schemas.microsoft.com/office/drawing/2014/main" id="{1807EC62-6815-072A-A065-D2A49607903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250"/>
          <a:stretch/>
        </p:blipFill>
        <p:spPr>
          <a:xfrm>
            <a:off x="6" y="-11"/>
            <a:ext cx="6095994" cy="4194796"/>
          </a:xfrm>
          <a:custGeom>
            <a:avLst/>
            <a:gdLst/>
            <a:ahLst/>
            <a:cxnLst/>
            <a:rect l="l" t="t" r="r" b="b"/>
            <a:pathLst>
              <a:path w="6002835" h="4194796">
                <a:moveTo>
                  <a:pt x="0" y="0"/>
                </a:moveTo>
                <a:lnTo>
                  <a:pt x="5999418" y="0"/>
                </a:lnTo>
                <a:lnTo>
                  <a:pt x="5996190" y="32760"/>
                </a:lnTo>
                <a:cubicBezTo>
                  <a:pt x="5998706" y="293110"/>
                  <a:pt x="5983874" y="553460"/>
                  <a:pt x="5997116" y="813682"/>
                </a:cubicBezTo>
                <a:cubicBezTo>
                  <a:pt x="6007314" y="1015047"/>
                  <a:pt x="6000824" y="1216284"/>
                  <a:pt x="5997116" y="1417522"/>
                </a:cubicBezTo>
                <a:cubicBezTo>
                  <a:pt x="5989967" y="1803471"/>
                  <a:pt x="6000824" y="2188911"/>
                  <a:pt x="5996190" y="2574351"/>
                </a:cubicBezTo>
                <a:cubicBezTo>
                  <a:pt x="5994204" y="2745205"/>
                  <a:pt x="5996454" y="2915805"/>
                  <a:pt x="6000824" y="3086660"/>
                </a:cubicBezTo>
                <a:cubicBezTo>
                  <a:pt x="6007180" y="3330611"/>
                  <a:pt x="5997382" y="3574689"/>
                  <a:pt x="5986656" y="3818514"/>
                </a:cubicBezTo>
                <a:cubicBezTo>
                  <a:pt x="5983054" y="3885559"/>
                  <a:pt x="5982107" y="3952684"/>
                  <a:pt x="5983808" y="4019746"/>
                </a:cubicBezTo>
                <a:lnTo>
                  <a:pt x="5993788" y="4173418"/>
                </a:lnTo>
                <a:lnTo>
                  <a:pt x="5955106" y="4175101"/>
                </a:lnTo>
                <a:cubicBezTo>
                  <a:pt x="5890100" y="4175133"/>
                  <a:pt x="5825078" y="4173227"/>
                  <a:pt x="5760087" y="4171956"/>
                </a:cubicBezTo>
                <a:cubicBezTo>
                  <a:pt x="5521345" y="4167509"/>
                  <a:pt x="5282477" y="4171956"/>
                  <a:pt x="5044242" y="4149213"/>
                </a:cubicBezTo>
                <a:cubicBezTo>
                  <a:pt x="4979506" y="4143051"/>
                  <a:pt x="4914326" y="4139111"/>
                  <a:pt x="4849272" y="4139890"/>
                </a:cubicBezTo>
                <a:cubicBezTo>
                  <a:pt x="4784218" y="4140668"/>
                  <a:pt x="4719291" y="4146163"/>
                  <a:pt x="4655063" y="4158869"/>
                </a:cubicBezTo>
                <a:cubicBezTo>
                  <a:pt x="4447578" y="4199146"/>
                  <a:pt x="4239457" y="4201688"/>
                  <a:pt x="4029811" y="4185424"/>
                </a:cubicBezTo>
                <a:cubicBezTo>
                  <a:pt x="3943792" y="4178690"/>
                  <a:pt x="3857774" y="4167509"/>
                  <a:pt x="3771375" y="4169669"/>
                </a:cubicBezTo>
                <a:cubicBezTo>
                  <a:pt x="3623225" y="4173608"/>
                  <a:pt x="3474948" y="4165603"/>
                  <a:pt x="3326672" y="4167636"/>
                </a:cubicBezTo>
                <a:cubicBezTo>
                  <a:pt x="3322669" y="4168208"/>
                  <a:pt x="3318578" y="4167674"/>
                  <a:pt x="3314855" y="4166111"/>
                </a:cubicBezTo>
                <a:cubicBezTo>
                  <a:pt x="3278008" y="4140827"/>
                  <a:pt x="3237604" y="4150610"/>
                  <a:pt x="3199487" y="4157217"/>
                </a:cubicBezTo>
                <a:cubicBezTo>
                  <a:pt x="3072810" y="4179198"/>
                  <a:pt x="2946260" y="4189998"/>
                  <a:pt x="2817550" y="4172972"/>
                </a:cubicBezTo>
                <a:cubicBezTo>
                  <a:pt x="2694647" y="4155146"/>
                  <a:pt x="2569990" y="4152923"/>
                  <a:pt x="2446541" y="4166365"/>
                </a:cubicBezTo>
                <a:cubicBezTo>
                  <a:pt x="2276791" y="4186186"/>
                  <a:pt x="2107677" y="4181993"/>
                  <a:pt x="1938308" y="4166365"/>
                </a:cubicBezTo>
                <a:cubicBezTo>
                  <a:pt x="1869570" y="4160013"/>
                  <a:pt x="1799815" y="4149213"/>
                  <a:pt x="1731712" y="4165095"/>
                </a:cubicBezTo>
                <a:cubicBezTo>
                  <a:pt x="1647854" y="4184535"/>
                  <a:pt x="1564250" y="4178182"/>
                  <a:pt x="1480137" y="4173862"/>
                </a:cubicBezTo>
                <a:cubicBezTo>
                  <a:pt x="1373663" y="4168271"/>
                  <a:pt x="1267442" y="4152135"/>
                  <a:pt x="1160586" y="4164841"/>
                </a:cubicBezTo>
                <a:cubicBezTo>
                  <a:pt x="1111161" y="4170685"/>
                  <a:pt x="1062116" y="4179961"/>
                  <a:pt x="1012055" y="4177547"/>
                </a:cubicBezTo>
                <a:cubicBezTo>
                  <a:pt x="873562" y="4171194"/>
                  <a:pt x="735196" y="4163697"/>
                  <a:pt x="596449" y="4164841"/>
                </a:cubicBezTo>
                <a:cubicBezTo>
                  <a:pt x="538383" y="4165222"/>
                  <a:pt x="480699" y="4167128"/>
                  <a:pt x="422887" y="4171321"/>
                </a:cubicBezTo>
                <a:cubicBezTo>
                  <a:pt x="315015" y="4179198"/>
                  <a:pt x="207524" y="4168525"/>
                  <a:pt x="100033" y="4164714"/>
                </a:cubicBezTo>
                <a:lnTo>
                  <a:pt x="0" y="4169195"/>
                </a:lnTo>
                <a:close/>
              </a:path>
            </a:pathLst>
          </a:custGeom>
        </p:spPr>
      </p:pic>
      <p:pic>
        <p:nvPicPr>
          <p:cNvPr id="7" name="Grafik 6" descr="Ein Bild, das Im Haus, Wand, Regale, Sammlung enthält.&#10;&#10;KI-generierte Inhalte können fehlerhaft sein.">
            <a:extLst>
              <a:ext uri="{FF2B5EF4-FFF2-40B4-BE49-F238E27FC236}">
                <a16:creationId xmlns:a16="http://schemas.microsoft.com/office/drawing/2014/main" id="{D5F8B896-946B-A558-4CC3-21B8DB77183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570" r="-3" b="-3"/>
          <a:stretch/>
        </p:blipFill>
        <p:spPr>
          <a:xfrm>
            <a:off x="6019800" y="12"/>
            <a:ext cx="6172195" cy="4186171"/>
          </a:xfrm>
          <a:custGeom>
            <a:avLst/>
            <a:gdLst/>
            <a:ahLst/>
            <a:cxnLst/>
            <a:rect l="l" t="t" r="r" b="b"/>
            <a:pathLst>
              <a:path w="6009490" h="4186171">
                <a:moveTo>
                  <a:pt x="9049" y="0"/>
                </a:moveTo>
                <a:lnTo>
                  <a:pt x="6009490" y="0"/>
                </a:lnTo>
                <a:lnTo>
                  <a:pt x="6009490" y="4168273"/>
                </a:lnTo>
                <a:lnTo>
                  <a:pt x="5803951" y="4172925"/>
                </a:lnTo>
                <a:cubicBezTo>
                  <a:pt x="5729787" y="4171950"/>
                  <a:pt x="5655658" y="4168322"/>
                  <a:pt x="5581704" y="4162045"/>
                </a:cubicBezTo>
                <a:cubicBezTo>
                  <a:pt x="5474340" y="4154041"/>
                  <a:pt x="5366086" y="4142987"/>
                  <a:pt x="5259485" y="4163316"/>
                </a:cubicBezTo>
                <a:cubicBezTo>
                  <a:pt x="5142465" y="4185805"/>
                  <a:pt x="5025571" y="4185932"/>
                  <a:pt x="4907534" y="4180215"/>
                </a:cubicBezTo>
                <a:cubicBezTo>
                  <a:pt x="4806650" y="4175387"/>
                  <a:pt x="4706147" y="4149975"/>
                  <a:pt x="4604501" y="4176784"/>
                </a:cubicBezTo>
                <a:cubicBezTo>
                  <a:pt x="4594387" y="4178258"/>
                  <a:pt x="4584082" y="4177826"/>
                  <a:pt x="4574133" y="4175514"/>
                </a:cubicBezTo>
                <a:cubicBezTo>
                  <a:pt x="4462958" y="4160140"/>
                  <a:pt x="4351020" y="4172718"/>
                  <a:pt x="4239463" y="4168398"/>
                </a:cubicBezTo>
                <a:cubicBezTo>
                  <a:pt x="4188005" y="4166365"/>
                  <a:pt x="4135530" y="4167509"/>
                  <a:pt x="4084706" y="4162045"/>
                </a:cubicBezTo>
                <a:cubicBezTo>
                  <a:pt x="3968067" y="4149594"/>
                  <a:pt x="3851682" y="4142987"/>
                  <a:pt x="3736314" y="4172337"/>
                </a:cubicBezTo>
                <a:cubicBezTo>
                  <a:pt x="3702643" y="4180253"/>
                  <a:pt x="3668235" y="4184509"/>
                  <a:pt x="3633650" y="4185043"/>
                </a:cubicBezTo>
                <a:cubicBezTo>
                  <a:pt x="3520696" y="4189109"/>
                  <a:pt x="3408122" y="4181358"/>
                  <a:pt x="3295549" y="4175005"/>
                </a:cubicBezTo>
                <a:cubicBezTo>
                  <a:pt x="3217408" y="4170558"/>
                  <a:pt x="3139394" y="4160902"/>
                  <a:pt x="3061127" y="4169034"/>
                </a:cubicBezTo>
                <a:cubicBezTo>
                  <a:pt x="3015640" y="4173735"/>
                  <a:pt x="2969772" y="4173735"/>
                  <a:pt x="2924285" y="4169034"/>
                </a:cubicBezTo>
                <a:cubicBezTo>
                  <a:pt x="2840452" y="4159212"/>
                  <a:pt x="2755870" y="4157382"/>
                  <a:pt x="2671694" y="4163570"/>
                </a:cubicBezTo>
                <a:cubicBezTo>
                  <a:pt x="2546033" y="4174370"/>
                  <a:pt x="2420500" y="4183391"/>
                  <a:pt x="2294459" y="4166238"/>
                </a:cubicBezTo>
                <a:cubicBezTo>
                  <a:pt x="2222976" y="4155006"/>
                  <a:pt x="2150298" y="4153685"/>
                  <a:pt x="2078460" y="4162300"/>
                </a:cubicBezTo>
                <a:cubicBezTo>
                  <a:pt x="1907313" y="4186314"/>
                  <a:pt x="1735785" y="4178563"/>
                  <a:pt x="1564257" y="4168653"/>
                </a:cubicBezTo>
                <a:cubicBezTo>
                  <a:pt x="1449650" y="4161918"/>
                  <a:pt x="1334536" y="4149594"/>
                  <a:pt x="1220183" y="4165857"/>
                </a:cubicBezTo>
                <a:cubicBezTo>
                  <a:pt x="1074321" y="4186186"/>
                  <a:pt x="928331" y="4179452"/>
                  <a:pt x="782087" y="4173481"/>
                </a:cubicBezTo>
                <a:cubicBezTo>
                  <a:pt x="674723" y="4169034"/>
                  <a:pt x="567232" y="4155565"/>
                  <a:pt x="459614" y="4172210"/>
                </a:cubicBezTo>
                <a:cubicBezTo>
                  <a:pt x="448535" y="4173722"/>
                  <a:pt x="437265" y="4172591"/>
                  <a:pt x="426706" y="4168907"/>
                </a:cubicBezTo>
                <a:cubicBezTo>
                  <a:pt x="385869" y="4155464"/>
                  <a:pt x="342085" y="4153660"/>
                  <a:pt x="300283" y="4163697"/>
                </a:cubicBezTo>
                <a:cubicBezTo>
                  <a:pt x="223159" y="4180596"/>
                  <a:pt x="146162" y="4187965"/>
                  <a:pt x="67640" y="4172591"/>
                </a:cubicBezTo>
                <a:lnTo>
                  <a:pt x="14015" y="4169393"/>
                </a:lnTo>
                <a:lnTo>
                  <a:pt x="28554" y="3856095"/>
                </a:lnTo>
                <a:cubicBezTo>
                  <a:pt x="30458" y="3735660"/>
                  <a:pt x="27412" y="3615306"/>
                  <a:pt x="15626" y="3495237"/>
                </a:cubicBezTo>
                <a:cubicBezTo>
                  <a:pt x="-847" y="3348740"/>
                  <a:pt x="-4304" y="3201174"/>
                  <a:pt x="5296" y="3054118"/>
                </a:cubicBezTo>
                <a:cubicBezTo>
                  <a:pt x="11786" y="2969961"/>
                  <a:pt x="18539" y="2885804"/>
                  <a:pt x="22776" y="2801522"/>
                </a:cubicBezTo>
                <a:cubicBezTo>
                  <a:pt x="28180" y="2681630"/>
                  <a:pt x="25173" y="2561524"/>
                  <a:pt x="13771" y="2442014"/>
                </a:cubicBezTo>
                <a:cubicBezTo>
                  <a:pt x="4237" y="2350879"/>
                  <a:pt x="3177" y="2259120"/>
                  <a:pt x="10593" y="2167807"/>
                </a:cubicBezTo>
                <a:cubicBezTo>
                  <a:pt x="25690" y="2012336"/>
                  <a:pt x="9931" y="1856863"/>
                  <a:pt x="5032" y="1701516"/>
                </a:cubicBezTo>
                <a:cubicBezTo>
                  <a:pt x="-3577" y="1415742"/>
                  <a:pt x="20393" y="1130095"/>
                  <a:pt x="9666" y="844320"/>
                </a:cubicBezTo>
                <a:cubicBezTo>
                  <a:pt x="3841" y="702958"/>
                  <a:pt x="16420" y="561723"/>
                  <a:pt x="9666" y="420361"/>
                </a:cubicBezTo>
                <a:cubicBezTo>
                  <a:pt x="4105" y="319805"/>
                  <a:pt x="397" y="219250"/>
                  <a:pt x="4105" y="118568"/>
                </a:cubicBezTo>
                <a:cubicBezTo>
                  <a:pt x="5164" y="91109"/>
                  <a:pt x="5826" y="63523"/>
                  <a:pt x="9534" y="36446"/>
                </a:cubicBezTo>
                <a:close/>
              </a:path>
            </a:pathLst>
          </a:custGeom>
        </p:spPr>
      </p:pic>
      <p:sp>
        <p:nvSpPr>
          <p:cNvPr id="14" name="sketch line">
            <a:extLst>
              <a:ext uri="{FF2B5EF4-FFF2-40B4-BE49-F238E27FC236}">
                <a16:creationId xmlns:a16="http://schemas.microsoft.com/office/drawing/2014/main" id="{28C31856-6ABF-41FD-B683-B06E5FFF92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8439"/>
            <a:ext cx="3291840" cy="18288"/>
          </a:xfrm>
          <a:custGeom>
            <a:avLst/>
            <a:gdLst>
              <a:gd name="connsiteX0" fmla="*/ 0 w 3291840"/>
              <a:gd name="connsiteY0" fmla="*/ 0 h 18288"/>
              <a:gd name="connsiteX1" fmla="*/ 658368 w 3291840"/>
              <a:gd name="connsiteY1" fmla="*/ 0 h 18288"/>
              <a:gd name="connsiteX2" fmla="*/ 1283818 w 3291840"/>
              <a:gd name="connsiteY2" fmla="*/ 0 h 18288"/>
              <a:gd name="connsiteX3" fmla="*/ 1909267 w 3291840"/>
              <a:gd name="connsiteY3" fmla="*/ 0 h 18288"/>
              <a:gd name="connsiteX4" fmla="*/ 2633472 w 3291840"/>
              <a:gd name="connsiteY4" fmla="*/ 0 h 18288"/>
              <a:gd name="connsiteX5" fmla="*/ 3291840 w 3291840"/>
              <a:gd name="connsiteY5" fmla="*/ 0 h 18288"/>
              <a:gd name="connsiteX6" fmla="*/ 3291840 w 3291840"/>
              <a:gd name="connsiteY6" fmla="*/ 18288 h 18288"/>
              <a:gd name="connsiteX7" fmla="*/ 2633472 w 3291840"/>
              <a:gd name="connsiteY7" fmla="*/ 18288 h 18288"/>
              <a:gd name="connsiteX8" fmla="*/ 2073859 w 3291840"/>
              <a:gd name="connsiteY8" fmla="*/ 18288 h 18288"/>
              <a:gd name="connsiteX9" fmla="*/ 1448410 w 3291840"/>
              <a:gd name="connsiteY9" fmla="*/ 18288 h 18288"/>
              <a:gd name="connsiteX10" fmla="*/ 822960 w 3291840"/>
              <a:gd name="connsiteY10" fmla="*/ 18288 h 18288"/>
              <a:gd name="connsiteX11" fmla="*/ 0 w 3291840"/>
              <a:gd name="connsiteY11" fmla="*/ 18288 h 18288"/>
              <a:gd name="connsiteX12" fmla="*/ 0 w 3291840"/>
              <a:gd name="connsiteY12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153015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nhaltsplatzhalter 4" descr="Ein Bild, das Text, Klebezettel, Handschrift, Anzeigetafel enthält.&#10;&#10;KI-generierte Inhalte können fehlerhaft sein.">
            <a:extLst>
              <a:ext uri="{FF2B5EF4-FFF2-40B4-BE49-F238E27FC236}">
                <a16:creationId xmlns:a16="http://schemas.microsoft.com/office/drawing/2014/main" id="{D6DB501A-C1B3-652E-E5CB-D7DEF489A75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91" r="22908" b="1"/>
          <a:stretch>
            <a:fillRect/>
          </a:stretch>
        </p:blipFill>
        <p:spPr>
          <a:xfrm rot="5400000">
            <a:off x="5219952" y="-118181"/>
            <a:ext cx="6857999" cy="7094361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A34066D6-1B59-4642-A86D-39464CEE9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4"/>
            <a:ext cx="5272088" cy="685800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18E928D9-3091-4385-B979-265D55AD02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303011">
            <a:off x="1718653" y="700861"/>
            <a:ext cx="2987899" cy="2987899"/>
          </a:xfrm>
          <a:prstGeom prst="arc">
            <a:avLst>
              <a:gd name="adj1" fmla="val 14612914"/>
              <a:gd name="adj2" fmla="val 0"/>
            </a:avLst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E4FF2031-594D-3690-73DA-F94D3E28CF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467" y="795509"/>
            <a:ext cx="4092525" cy="2798604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6000">
                <a:solidFill>
                  <a:srgbClr val="FFFFFF"/>
                </a:solidFill>
              </a:rPr>
              <a:t>24 Mutmacher Sprüche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7D602432-D774-4CF5-94E8-7D52D01059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01186" y="4626633"/>
            <a:ext cx="491961" cy="491961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BF9EBB4-5078-47B2-AAA0-DF4A88D818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27932" y="5011563"/>
            <a:ext cx="731558" cy="731558"/>
          </a:xfrm>
          <a:prstGeom prst="rect">
            <a:avLst/>
          </a:prstGeom>
          <a:noFill/>
          <a:ln w="127000">
            <a:solidFill>
              <a:schemeClr val="accent4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2534893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C1DD1A8A-57D5-4A81-AD04-532B043C56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Grafik 4" descr="Ein Bild, das Snack, Im Haus, Mahlzeit, Backwaren enthält.&#10;&#10;KI-generierte Inhalte können fehlerhaft sein.">
            <a:extLst>
              <a:ext uri="{FF2B5EF4-FFF2-40B4-BE49-F238E27FC236}">
                <a16:creationId xmlns:a16="http://schemas.microsoft.com/office/drawing/2014/main" id="{A0E14E2C-8074-B358-37DB-171BD31F0E3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747" b="15253"/>
          <a:stretch>
            <a:fillRect/>
          </a:stretch>
        </p:blipFill>
        <p:spPr>
          <a:xfrm>
            <a:off x="-3047" y="10"/>
            <a:ext cx="12191999" cy="685799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007891EC-4501-44ED-A8C8-B11B6DB767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7602"/>
            <a:ext cx="12191999" cy="3162146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25000">
                <a:srgbClr val="000000">
                  <a:alpha val="15000"/>
                </a:srgbClr>
              </a:gs>
              <a:gs pos="75000">
                <a:srgbClr val="000000">
                  <a:alpha val="15000"/>
                </a:srgbClr>
              </a:gs>
              <a:gs pos="50000">
                <a:srgbClr val="000000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BF7305A-CE05-0B10-10BE-1ED485B413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25550"/>
            <a:ext cx="10058400" cy="357477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200">
                <a:solidFill>
                  <a:srgbClr val="FFFFFF"/>
                </a:solidFill>
              </a:rPr>
              <a:t>Weihnachts Bäckerei</a:t>
            </a:r>
          </a:p>
        </p:txBody>
      </p:sp>
    </p:spTree>
    <p:extLst>
      <p:ext uri="{BB962C8B-B14F-4D97-AF65-F5344CB8AC3E}">
        <p14:creationId xmlns:p14="http://schemas.microsoft.com/office/powerpoint/2010/main" val="230535268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Lariss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Larissa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31</Words>
  <Application>Microsoft Office PowerPoint</Application>
  <PresentationFormat>Breitbild</PresentationFormat>
  <Paragraphs>14</Paragraphs>
  <Slides>20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20</vt:i4>
      </vt:variant>
    </vt:vector>
  </HeadingPairs>
  <TitlesOfParts>
    <vt:vector size="27" baseType="lpstr">
      <vt:lpstr>Aptos</vt:lpstr>
      <vt:lpstr>Aptos Display</vt:lpstr>
      <vt:lpstr>Arial</vt:lpstr>
      <vt:lpstr>Avenir Next LT Pro</vt:lpstr>
      <vt:lpstr>Calibri</vt:lpstr>
      <vt:lpstr>Palatino Linotype</vt:lpstr>
      <vt:lpstr>Larissa</vt:lpstr>
      <vt:lpstr>PowerPoint-Präsentation</vt:lpstr>
      <vt:lpstr>PowerPoint-Präsentation</vt:lpstr>
      <vt:lpstr>Fasching</vt:lpstr>
      <vt:lpstr>Unser Frühling's Baum</vt:lpstr>
      <vt:lpstr>Klasse schmücken Frühling</vt:lpstr>
      <vt:lpstr>Blumenstrauß für Frau Oberhofer</vt:lpstr>
      <vt:lpstr>Maiausflug 2023/24</vt:lpstr>
      <vt:lpstr>PowerPoint-Präsentation</vt:lpstr>
      <vt:lpstr>PowerPoint-Präsentation</vt:lpstr>
      <vt:lpstr>2024/25</vt:lpstr>
      <vt:lpstr>Spiele Basteln fürs Bürgerheim</vt:lpstr>
      <vt:lpstr>PowerPoint-Präsentation</vt:lpstr>
      <vt:lpstr>PowerPoint-Präsentation</vt:lpstr>
      <vt:lpstr>PowerPoint-Präsentation</vt:lpstr>
      <vt:lpstr>PowerPoint-Präsentation</vt:lpstr>
      <vt:lpstr>Im Bürgerheim</vt:lpstr>
      <vt:lpstr>PowerPoint-Präsentation</vt:lpstr>
      <vt:lpstr>Advent Advent</vt:lpstr>
      <vt:lpstr>24 Mutmacher Sprüche</vt:lpstr>
      <vt:lpstr>Weihnachts Bäckerei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Yuri</dc:creator>
  <cp:lastModifiedBy>Hölzl Yuri</cp:lastModifiedBy>
  <cp:revision>2</cp:revision>
  <dcterms:created xsi:type="dcterms:W3CDTF">2024-06-03T14:03:42Z</dcterms:created>
  <dcterms:modified xsi:type="dcterms:W3CDTF">2025-05-28T16:07:51Z</dcterms:modified>
</cp:coreProperties>
</file>