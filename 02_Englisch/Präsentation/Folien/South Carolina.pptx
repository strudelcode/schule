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Blinker" panose="020B0604020202020204" charset="0"/>
      <p:regular r:id="rId12"/>
      <p:bold r:id="rId13"/>
    </p:embeddedFont>
    <p:embeddedFont>
      <p:font typeface="League Spartan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2" autoAdjust="0"/>
  </p:normalViewPr>
  <p:slideViewPr>
    <p:cSldViewPr snapToGrid="0">
      <p:cViewPr varScale="1">
        <p:scale>
          <a:sx n="112" d="100"/>
          <a:sy n="112" d="100"/>
        </p:scale>
        <p:origin x="180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019e98a9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a019e98a9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a019e98a9_7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aa019e98a9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a019e98a9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aa019e98a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1dcdb98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a1dcdb98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a1dcdb98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a1dcdb98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a1dcdb98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a1dcdb98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a1dcdb988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aa1dcdb98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a019e98a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a019e98a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nt.com/blog/wp-content/uploads/2024/07/Myrtle-Beach-South-Carolina-SS.jpg" TargetMode="External"/><Relationship Id="rId7" Type="http://schemas.openxmlformats.org/officeDocument/2006/relationships/hyperlink" Target="https://media-assets.wired.it/photos/615d9b5375d036265a29e648/1:1/w_853,h_853,c_limit/black-panther-chadwick-boseman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upload.wikimedia.org/wikipedia/commons/6/69/Flag_of_South_Carolina.svg" TargetMode="External"/><Relationship Id="rId5" Type="http://schemas.openxmlformats.org/officeDocument/2006/relationships/hyperlink" Target="https://cdn.sanity.io/images/b2yibrs1/production/7839ec4afebf4e3946367689301c593e78dda205-2526x1865.jpg?w=2000" TargetMode="External"/><Relationship Id="rId4" Type="http://schemas.openxmlformats.org/officeDocument/2006/relationships/hyperlink" Target="https://www.guideoftheworld.com/wp-content/uploads/map/south_carolina_map_us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 rot="1407374">
            <a:off x="-465699" y="-3265929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 rot="1407374">
            <a:off x="1525716" y="-2351504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l="-39261" r="34087"/>
          <a:stretch>
            <a:fillRect/>
          </a:stretch>
        </p:blipFill>
        <p:spPr>
          <a:xfrm>
            <a:off x="656137" y="-197897"/>
            <a:ext cx="10004499" cy="5346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25"/>
          <p:cNvGrpSpPr/>
          <p:nvPr/>
        </p:nvGrpSpPr>
        <p:grpSpPr>
          <a:xfrm rot="1407394">
            <a:off x="3205195" y="-2066229"/>
            <a:ext cx="2258792" cy="9092804"/>
            <a:chOff x="-13150" y="-51444"/>
            <a:chExt cx="1189785" cy="4789500"/>
          </a:xfrm>
        </p:grpSpPr>
        <p:sp>
          <p:nvSpPr>
            <p:cNvPr id="133" name="Google Shape;133;p25"/>
            <p:cNvSpPr/>
            <p:nvPr/>
          </p:nvSpPr>
          <p:spPr>
            <a:xfrm>
              <a:off x="0" y="0"/>
              <a:ext cx="1176635" cy="4732474"/>
            </a:xfrm>
            <a:custGeom>
              <a:avLst/>
              <a:gdLst/>
              <a:ahLst/>
              <a:cxnLst/>
              <a:rect l="l" t="t" r="r" b="b"/>
              <a:pathLst>
                <a:path w="1176635" h="4732474" extrusionOk="0">
                  <a:moveTo>
                    <a:pt x="0" y="0"/>
                  </a:moveTo>
                  <a:lnTo>
                    <a:pt x="1176635" y="0"/>
                  </a:lnTo>
                  <a:lnTo>
                    <a:pt x="1176635" y="4732474"/>
                  </a:lnTo>
                  <a:lnTo>
                    <a:pt x="0" y="47324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5"/>
            <p:cNvSpPr txBox="1"/>
            <p:nvPr/>
          </p:nvSpPr>
          <p:spPr>
            <a:xfrm>
              <a:off x="-13150" y="-51444"/>
              <a:ext cx="1176600" cy="4789500"/>
            </a:xfrm>
            <a:prstGeom prst="rect">
              <a:avLst/>
            </a:prstGeom>
            <a:solidFill>
              <a:srgbClr val="A89BB5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25"/>
          <p:cNvGrpSpPr/>
          <p:nvPr/>
        </p:nvGrpSpPr>
        <p:grpSpPr>
          <a:xfrm rot="-2700000">
            <a:off x="-2485081" y="1022027"/>
            <a:ext cx="4223114" cy="6691969"/>
            <a:chOff x="0" y="-57150"/>
            <a:chExt cx="2277659" cy="3609191"/>
          </a:xfrm>
        </p:grpSpPr>
        <p:sp>
          <p:nvSpPr>
            <p:cNvPr id="136" name="Google Shape;136;p25"/>
            <p:cNvSpPr/>
            <p:nvPr/>
          </p:nvSpPr>
          <p:spPr>
            <a:xfrm>
              <a:off x="0" y="0"/>
              <a:ext cx="2277659" cy="3552041"/>
            </a:xfrm>
            <a:custGeom>
              <a:avLst/>
              <a:gdLst/>
              <a:ahLst/>
              <a:cxnLst/>
              <a:rect l="l" t="t" r="r" b="b"/>
              <a:pathLst>
                <a:path w="2277659" h="3552041" extrusionOk="0">
                  <a:moveTo>
                    <a:pt x="0" y="0"/>
                  </a:moveTo>
                  <a:lnTo>
                    <a:pt x="2277659" y="0"/>
                  </a:lnTo>
                  <a:lnTo>
                    <a:pt x="2277659" y="3552041"/>
                  </a:lnTo>
                  <a:lnTo>
                    <a:pt x="0" y="3552041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5"/>
            <p:cNvSpPr txBox="1"/>
            <p:nvPr/>
          </p:nvSpPr>
          <p:spPr>
            <a:xfrm>
              <a:off x="0" y="-57150"/>
              <a:ext cx="2277659" cy="3609191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25"/>
          <p:cNvGrpSpPr/>
          <p:nvPr/>
        </p:nvGrpSpPr>
        <p:grpSpPr>
          <a:xfrm rot="-5400000">
            <a:off x="-733247" y="2872992"/>
            <a:ext cx="5953797" cy="6729043"/>
            <a:chOff x="0" y="0"/>
            <a:chExt cx="719158" cy="812800"/>
          </a:xfrm>
        </p:grpSpPr>
        <p:sp>
          <p:nvSpPr>
            <p:cNvPr id="139" name="Google Shape;139;p25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5"/>
            <p:cNvSpPr txBox="1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25"/>
          <p:cNvSpPr txBox="1"/>
          <p:nvPr/>
        </p:nvSpPr>
        <p:spPr>
          <a:xfrm>
            <a:off x="186889" y="1377647"/>
            <a:ext cx="5854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4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South Carolina</a:t>
            </a:r>
            <a:endParaRPr sz="700" dirty="0"/>
          </a:p>
        </p:txBody>
      </p:sp>
      <p:sp>
        <p:nvSpPr>
          <p:cNvPr id="142" name="Google Shape;142;p25"/>
          <p:cNvSpPr txBox="1"/>
          <p:nvPr/>
        </p:nvSpPr>
        <p:spPr>
          <a:xfrm>
            <a:off x="1485811" y="4192418"/>
            <a:ext cx="1807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Presentation by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1485811" y="4445288"/>
            <a:ext cx="2259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 dirty="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Yuri and Ali</a:t>
            </a:r>
            <a:endParaRPr sz="7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build="allAtOnce"/>
      <p:bldP spid="142" grpId="0"/>
      <p:bldP spid="14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9BB5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6"/>
          <p:cNvGrpSpPr/>
          <p:nvPr/>
        </p:nvGrpSpPr>
        <p:grpSpPr>
          <a:xfrm rot="-5400000">
            <a:off x="7960304" y="-1905536"/>
            <a:ext cx="1970111" cy="2226640"/>
            <a:chOff x="0" y="0"/>
            <a:chExt cx="719158" cy="812800"/>
          </a:xfrm>
        </p:grpSpPr>
        <p:sp>
          <p:nvSpPr>
            <p:cNvPr id="149" name="Google Shape;149;p26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6"/>
            <p:cNvSpPr txBox="1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6"/>
          <p:cNvGrpSpPr/>
          <p:nvPr/>
        </p:nvGrpSpPr>
        <p:grpSpPr>
          <a:xfrm rot="-2700000">
            <a:off x="7411371" y="-1073570"/>
            <a:ext cx="809493" cy="1148388"/>
            <a:chOff x="0" y="-57150"/>
            <a:chExt cx="426400" cy="604912"/>
          </a:xfrm>
        </p:grpSpPr>
        <p:sp>
          <p:nvSpPr>
            <p:cNvPr id="152" name="Google Shape;152;p26"/>
            <p:cNvSpPr/>
            <p:nvPr/>
          </p:nvSpPr>
          <p:spPr>
            <a:xfrm>
              <a:off x="0" y="0"/>
              <a:ext cx="426400" cy="547762"/>
            </a:xfrm>
            <a:custGeom>
              <a:avLst/>
              <a:gdLst/>
              <a:ahLst/>
              <a:cxnLst/>
              <a:rect l="l" t="t" r="r" b="b"/>
              <a:pathLst>
                <a:path w="426400" h="547762" extrusionOk="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6"/>
            <p:cNvSpPr txBox="1"/>
            <p:nvPr/>
          </p:nvSpPr>
          <p:spPr>
            <a:xfrm>
              <a:off x="0" y="-57150"/>
              <a:ext cx="426400" cy="604912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6"/>
          <p:cNvGrpSpPr/>
          <p:nvPr/>
        </p:nvGrpSpPr>
        <p:grpSpPr>
          <a:xfrm rot="-5400000">
            <a:off x="7854477" y="-900890"/>
            <a:ext cx="1262840" cy="1262840"/>
            <a:chOff x="0" y="0"/>
            <a:chExt cx="812800" cy="812800"/>
          </a:xfrm>
        </p:grpSpPr>
        <p:sp>
          <p:nvSpPr>
            <p:cNvPr id="155" name="Google Shape;155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26"/>
          <p:cNvGrpSpPr/>
          <p:nvPr/>
        </p:nvGrpSpPr>
        <p:grpSpPr>
          <a:xfrm rot="5400000">
            <a:off x="1091425" y="921299"/>
            <a:ext cx="2280592" cy="4455549"/>
            <a:chOff x="0" y="-57150"/>
            <a:chExt cx="1201323" cy="2347002"/>
          </a:xfrm>
        </p:grpSpPr>
        <p:sp>
          <p:nvSpPr>
            <p:cNvPr id="158" name="Google Shape;158;p26"/>
            <p:cNvSpPr/>
            <p:nvPr/>
          </p:nvSpPr>
          <p:spPr>
            <a:xfrm>
              <a:off x="0" y="0"/>
              <a:ext cx="1201323" cy="2289852"/>
            </a:xfrm>
            <a:custGeom>
              <a:avLst/>
              <a:gdLst/>
              <a:ahLst/>
              <a:cxnLst/>
              <a:rect l="l" t="t" r="r" b="b"/>
              <a:pathLst>
                <a:path w="1201323" h="2289852" extrusionOk="0">
                  <a:moveTo>
                    <a:pt x="169731" y="0"/>
                  </a:moveTo>
                  <a:lnTo>
                    <a:pt x="1031592" y="0"/>
                  </a:lnTo>
                  <a:cubicBezTo>
                    <a:pt x="1076608" y="0"/>
                    <a:pt x="1119779" y="17882"/>
                    <a:pt x="1151610" y="49713"/>
                  </a:cubicBezTo>
                  <a:cubicBezTo>
                    <a:pt x="1183441" y="81544"/>
                    <a:pt x="1201323" y="124716"/>
                    <a:pt x="1201323" y="169731"/>
                  </a:cubicBezTo>
                  <a:lnTo>
                    <a:pt x="1201323" y="2120121"/>
                  </a:lnTo>
                  <a:cubicBezTo>
                    <a:pt x="1201323" y="2165136"/>
                    <a:pt x="1183441" y="2208308"/>
                    <a:pt x="1151610" y="2240139"/>
                  </a:cubicBezTo>
                  <a:cubicBezTo>
                    <a:pt x="1119779" y="2271970"/>
                    <a:pt x="1076608" y="2289852"/>
                    <a:pt x="1031592" y="2289852"/>
                  </a:cubicBezTo>
                  <a:lnTo>
                    <a:pt x="169731" y="2289852"/>
                  </a:lnTo>
                  <a:cubicBezTo>
                    <a:pt x="75991" y="2289852"/>
                    <a:pt x="0" y="2213861"/>
                    <a:pt x="0" y="2120121"/>
                  </a:cubicBezTo>
                  <a:lnTo>
                    <a:pt x="0" y="169731"/>
                  </a:lnTo>
                  <a:cubicBezTo>
                    <a:pt x="0" y="124716"/>
                    <a:pt x="17882" y="81544"/>
                    <a:pt x="49713" y="49713"/>
                  </a:cubicBezTo>
                  <a:cubicBezTo>
                    <a:pt x="81544" y="17882"/>
                    <a:pt x="124716" y="0"/>
                    <a:pt x="169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6"/>
            <p:cNvSpPr txBox="1"/>
            <p:nvPr/>
          </p:nvSpPr>
          <p:spPr>
            <a:xfrm>
              <a:off x="0" y="-57150"/>
              <a:ext cx="1201323" cy="234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26"/>
          <p:cNvGrpSpPr/>
          <p:nvPr/>
        </p:nvGrpSpPr>
        <p:grpSpPr>
          <a:xfrm rot="5400000">
            <a:off x="5884195" y="921278"/>
            <a:ext cx="2280638" cy="4455637"/>
            <a:chOff x="0" y="-57150"/>
            <a:chExt cx="1201323" cy="2347002"/>
          </a:xfrm>
        </p:grpSpPr>
        <p:sp>
          <p:nvSpPr>
            <p:cNvPr id="161" name="Google Shape;161;p26"/>
            <p:cNvSpPr/>
            <p:nvPr/>
          </p:nvSpPr>
          <p:spPr>
            <a:xfrm>
              <a:off x="0" y="0"/>
              <a:ext cx="1201323" cy="2289852"/>
            </a:xfrm>
            <a:custGeom>
              <a:avLst/>
              <a:gdLst/>
              <a:ahLst/>
              <a:cxnLst/>
              <a:rect l="l" t="t" r="r" b="b"/>
              <a:pathLst>
                <a:path w="1201323" h="2289852" extrusionOk="0">
                  <a:moveTo>
                    <a:pt x="169731" y="0"/>
                  </a:moveTo>
                  <a:lnTo>
                    <a:pt x="1031592" y="0"/>
                  </a:lnTo>
                  <a:cubicBezTo>
                    <a:pt x="1076608" y="0"/>
                    <a:pt x="1119779" y="17882"/>
                    <a:pt x="1151610" y="49713"/>
                  </a:cubicBezTo>
                  <a:cubicBezTo>
                    <a:pt x="1183441" y="81544"/>
                    <a:pt x="1201323" y="124716"/>
                    <a:pt x="1201323" y="169731"/>
                  </a:cubicBezTo>
                  <a:lnTo>
                    <a:pt x="1201323" y="2120121"/>
                  </a:lnTo>
                  <a:cubicBezTo>
                    <a:pt x="1201323" y="2165136"/>
                    <a:pt x="1183441" y="2208308"/>
                    <a:pt x="1151610" y="2240139"/>
                  </a:cubicBezTo>
                  <a:cubicBezTo>
                    <a:pt x="1119779" y="2271970"/>
                    <a:pt x="1076608" y="2289852"/>
                    <a:pt x="1031592" y="2289852"/>
                  </a:cubicBezTo>
                  <a:lnTo>
                    <a:pt x="169731" y="2289852"/>
                  </a:lnTo>
                  <a:cubicBezTo>
                    <a:pt x="75991" y="2289852"/>
                    <a:pt x="0" y="2213861"/>
                    <a:pt x="0" y="2120121"/>
                  </a:cubicBezTo>
                  <a:lnTo>
                    <a:pt x="0" y="169731"/>
                  </a:lnTo>
                  <a:cubicBezTo>
                    <a:pt x="0" y="124716"/>
                    <a:pt x="17882" y="81544"/>
                    <a:pt x="49713" y="49713"/>
                  </a:cubicBezTo>
                  <a:cubicBezTo>
                    <a:pt x="81544" y="17882"/>
                    <a:pt x="124716" y="0"/>
                    <a:pt x="169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6"/>
            <p:cNvSpPr txBox="1"/>
            <p:nvPr/>
          </p:nvSpPr>
          <p:spPr>
            <a:xfrm>
              <a:off x="0" y="-57150"/>
              <a:ext cx="1201323" cy="234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26"/>
          <p:cNvGrpSpPr/>
          <p:nvPr/>
        </p:nvGrpSpPr>
        <p:grpSpPr>
          <a:xfrm rot="-2700000">
            <a:off x="-918002" y="3263086"/>
            <a:ext cx="1790187" cy="2944926"/>
            <a:chOff x="0" y="-57150"/>
            <a:chExt cx="1351284" cy="2222913"/>
          </a:xfrm>
        </p:grpSpPr>
        <p:sp>
          <p:nvSpPr>
            <p:cNvPr id="164" name="Google Shape;164;p26"/>
            <p:cNvSpPr/>
            <p:nvPr/>
          </p:nvSpPr>
          <p:spPr>
            <a:xfrm>
              <a:off x="0" y="0"/>
              <a:ext cx="1351284" cy="2165763"/>
            </a:xfrm>
            <a:custGeom>
              <a:avLst/>
              <a:gdLst/>
              <a:ahLst/>
              <a:cxnLst/>
              <a:rect l="l" t="t" r="r" b="b"/>
              <a:pathLst>
                <a:path w="1351284" h="2165763" extrusionOk="0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6"/>
            <p:cNvSpPr txBox="1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26"/>
          <p:cNvGrpSpPr/>
          <p:nvPr/>
        </p:nvGrpSpPr>
        <p:grpSpPr>
          <a:xfrm rot="-5400000">
            <a:off x="-721760" y="3914961"/>
            <a:ext cx="3371371" cy="3810359"/>
            <a:chOff x="0" y="0"/>
            <a:chExt cx="719158" cy="812800"/>
          </a:xfrm>
        </p:grpSpPr>
        <p:sp>
          <p:nvSpPr>
            <p:cNvPr id="167" name="Google Shape;167;p26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6"/>
            <p:cNvSpPr txBox="1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26"/>
          <p:cNvGrpSpPr/>
          <p:nvPr/>
        </p:nvGrpSpPr>
        <p:grpSpPr>
          <a:xfrm rot="-5400000">
            <a:off x="3860" y="4289416"/>
            <a:ext cx="881260" cy="881259"/>
            <a:chOff x="0" y="0"/>
            <a:chExt cx="812800" cy="812800"/>
          </a:xfrm>
        </p:grpSpPr>
        <p:sp>
          <p:nvSpPr>
            <p:cNvPr id="170" name="Google Shape;170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6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26"/>
          <p:cNvSpPr txBox="1"/>
          <p:nvPr/>
        </p:nvSpPr>
        <p:spPr>
          <a:xfrm>
            <a:off x="6251564" y="2132110"/>
            <a:ext cx="26046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73" name="Google Shape;173;p26"/>
          <p:cNvSpPr txBox="1"/>
          <p:nvPr/>
        </p:nvSpPr>
        <p:spPr>
          <a:xfrm>
            <a:off x="265336" y="367855"/>
            <a:ext cx="648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Contents</a:t>
            </a:r>
            <a:endParaRPr sz="2200"/>
          </a:p>
        </p:txBody>
      </p:sp>
      <p:sp>
        <p:nvSpPr>
          <p:cNvPr id="174" name="Google Shape;174;p26"/>
          <p:cNvSpPr txBox="1"/>
          <p:nvPr/>
        </p:nvSpPr>
        <p:spPr>
          <a:xfrm>
            <a:off x="125423" y="4506535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sz="700"/>
          </a:p>
        </p:txBody>
      </p:sp>
      <p:sp>
        <p:nvSpPr>
          <p:cNvPr id="175" name="Google Shape;175;p26"/>
          <p:cNvSpPr txBox="1"/>
          <p:nvPr/>
        </p:nvSpPr>
        <p:spPr>
          <a:xfrm>
            <a:off x="-64900" y="2008775"/>
            <a:ext cx="52683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Capital City</a:t>
            </a:r>
            <a:b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Famous places </a:t>
            </a:r>
            <a:b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and landmarks?</a:t>
            </a:r>
            <a:endParaRPr sz="2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796775" y="2094725"/>
            <a:ext cx="52683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Symbols of the State</a:t>
            </a:r>
            <a:b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Famous Peoples</a:t>
            </a:r>
            <a:b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Facts</a:t>
            </a: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9BB5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 title="Design ohne Titel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27"/>
          <p:cNvGrpSpPr/>
          <p:nvPr/>
        </p:nvGrpSpPr>
        <p:grpSpPr>
          <a:xfrm rot="-2700000">
            <a:off x="-917945" y="3263043"/>
            <a:ext cx="1790229" cy="2945109"/>
            <a:chOff x="0" y="-57150"/>
            <a:chExt cx="1351284" cy="2223000"/>
          </a:xfrm>
        </p:grpSpPr>
        <p:sp>
          <p:nvSpPr>
            <p:cNvPr id="183" name="Google Shape;183;p27"/>
            <p:cNvSpPr/>
            <p:nvPr/>
          </p:nvSpPr>
          <p:spPr>
            <a:xfrm>
              <a:off x="0" y="0"/>
              <a:ext cx="1351284" cy="2165763"/>
            </a:xfrm>
            <a:custGeom>
              <a:avLst/>
              <a:gdLst/>
              <a:ahLst/>
              <a:cxnLst/>
              <a:rect l="l" t="t" r="r" b="b"/>
              <a:pathLst>
                <a:path w="1351284" h="2165763" extrusionOk="0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7"/>
            <p:cNvSpPr txBox="1"/>
            <p:nvPr/>
          </p:nvSpPr>
          <p:spPr>
            <a:xfrm>
              <a:off x="0" y="-57150"/>
              <a:ext cx="1351200" cy="2223000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27"/>
          <p:cNvGrpSpPr/>
          <p:nvPr/>
        </p:nvGrpSpPr>
        <p:grpSpPr>
          <a:xfrm rot="-5400000">
            <a:off x="-721762" y="3914993"/>
            <a:ext cx="3371341" cy="3810325"/>
            <a:chOff x="0" y="0"/>
            <a:chExt cx="719158" cy="812800"/>
          </a:xfrm>
        </p:grpSpPr>
        <p:sp>
          <p:nvSpPr>
            <p:cNvPr id="186" name="Google Shape;186;p27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7"/>
            <p:cNvSpPr txBox="1"/>
            <p:nvPr/>
          </p:nvSpPr>
          <p:spPr>
            <a:xfrm>
              <a:off x="123605" y="82550"/>
              <a:ext cx="4719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27"/>
          <p:cNvSpPr txBox="1"/>
          <p:nvPr/>
        </p:nvSpPr>
        <p:spPr>
          <a:xfrm rot="1031">
            <a:off x="5918445" y="3019389"/>
            <a:ext cx="40026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 &amp; </a:t>
            </a:r>
            <a:b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Capital City</a:t>
            </a:r>
            <a:endParaRPr sz="700" dirty="0">
              <a:solidFill>
                <a:schemeClr val="lt1"/>
              </a:solidFill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125423" y="4493312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700">
              <a:solidFill>
                <a:schemeClr val="lt1"/>
              </a:solidFill>
            </a:endParaRPr>
          </a:p>
        </p:txBody>
      </p:sp>
      <p:grpSp>
        <p:nvGrpSpPr>
          <p:cNvPr id="190" name="Google Shape;190;p27"/>
          <p:cNvGrpSpPr/>
          <p:nvPr/>
        </p:nvGrpSpPr>
        <p:grpSpPr>
          <a:xfrm rot="-5400000">
            <a:off x="3860" y="4289437"/>
            <a:ext cx="881238" cy="881238"/>
            <a:chOff x="0" y="0"/>
            <a:chExt cx="812800" cy="812800"/>
          </a:xfrm>
        </p:grpSpPr>
        <p:sp>
          <p:nvSpPr>
            <p:cNvPr id="191" name="Google Shape;191;p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7"/>
            <p:cNvSpPr txBox="1"/>
            <p:nvPr/>
          </p:nvSpPr>
          <p:spPr>
            <a:xfrm>
              <a:off x="139700" y="82550"/>
              <a:ext cx="5334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27"/>
          <p:cNvSpPr txBox="1"/>
          <p:nvPr/>
        </p:nvSpPr>
        <p:spPr>
          <a:xfrm>
            <a:off x="125423" y="4506535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260" y="0"/>
            <a:ext cx="696474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/>
        </p:nvSpPr>
        <p:spPr>
          <a:xfrm rot="1407374">
            <a:off x="-579659" y="-3133954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 rot="1407374">
            <a:off x="1490438" y="-2351504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28"/>
          <p:cNvGrpSpPr/>
          <p:nvPr/>
        </p:nvGrpSpPr>
        <p:grpSpPr>
          <a:xfrm rot="-2700000">
            <a:off x="-917945" y="3263043"/>
            <a:ext cx="1790229" cy="2945109"/>
            <a:chOff x="0" y="-57150"/>
            <a:chExt cx="1351284" cy="2223000"/>
          </a:xfrm>
        </p:grpSpPr>
        <p:sp>
          <p:nvSpPr>
            <p:cNvPr id="202" name="Google Shape;202;p28"/>
            <p:cNvSpPr/>
            <p:nvPr/>
          </p:nvSpPr>
          <p:spPr>
            <a:xfrm>
              <a:off x="0" y="0"/>
              <a:ext cx="1351284" cy="2165763"/>
            </a:xfrm>
            <a:custGeom>
              <a:avLst/>
              <a:gdLst/>
              <a:ahLst/>
              <a:cxnLst/>
              <a:rect l="l" t="t" r="r" b="b"/>
              <a:pathLst>
                <a:path w="1351284" h="2165763" extrusionOk="0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8"/>
            <p:cNvSpPr txBox="1"/>
            <p:nvPr/>
          </p:nvSpPr>
          <p:spPr>
            <a:xfrm>
              <a:off x="0" y="-57150"/>
              <a:ext cx="1351200" cy="2223000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28"/>
          <p:cNvGrpSpPr/>
          <p:nvPr/>
        </p:nvGrpSpPr>
        <p:grpSpPr>
          <a:xfrm rot="-5400000">
            <a:off x="-721762" y="3914993"/>
            <a:ext cx="3371341" cy="3810325"/>
            <a:chOff x="0" y="0"/>
            <a:chExt cx="719158" cy="812800"/>
          </a:xfrm>
        </p:grpSpPr>
        <p:sp>
          <p:nvSpPr>
            <p:cNvPr id="205" name="Google Shape;205;p28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8"/>
            <p:cNvSpPr txBox="1"/>
            <p:nvPr/>
          </p:nvSpPr>
          <p:spPr>
            <a:xfrm>
              <a:off x="123605" y="82550"/>
              <a:ext cx="4719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8"/>
          <p:cNvSpPr txBox="1"/>
          <p:nvPr/>
        </p:nvSpPr>
        <p:spPr>
          <a:xfrm rot="1031">
            <a:off x="-78780" y="1184914"/>
            <a:ext cx="40026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Famous places </a:t>
            </a:r>
            <a:b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and landmarks?</a:t>
            </a:r>
            <a:endParaRPr sz="700" dirty="0">
              <a:solidFill>
                <a:schemeClr val="lt1"/>
              </a:solidFill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125423" y="4493312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700">
              <a:solidFill>
                <a:schemeClr val="lt1"/>
              </a:solidFill>
            </a:endParaRPr>
          </a:p>
        </p:txBody>
      </p:sp>
      <p:grpSp>
        <p:nvGrpSpPr>
          <p:cNvPr id="209" name="Google Shape;209;p28"/>
          <p:cNvGrpSpPr/>
          <p:nvPr/>
        </p:nvGrpSpPr>
        <p:grpSpPr>
          <a:xfrm rot="-5400000">
            <a:off x="3860" y="4289437"/>
            <a:ext cx="881238" cy="881238"/>
            <a:chOff x="0" y="0"/>
            <a:chExt cx="812800" cy="812800"/>
          </a:xfrm>
        </p:grpSpPr>
        <p:sp>
          <p:nvSpPr>
            <p:cNvPr id="210" name="Google Shape;210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8"/>
            <p:cNvSpPr txBox="1"/>
            <p:nvPr/>
          </p:nvSpPr>
          <p:spPr>
            <a:xfrm>
              <a:off x="139700" y="82550"/>
              <a:ext cx="5334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28"/>
          <p:cNvSpPr txBox="1"/>
          <p:nvPr/>
        </p:nvSpPr>
        <p:spPr>
          <a:xfrm>
            <a:off x="125423" y="4506535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sz="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6992" y="0"/>
            <a:ext cx="77151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9"/>
          <p:cNvSpPr txBox="1"/>
          <p:nvPr/>
        </p:nvSpPr>
        <p:spPr>
          <a:xfrm rot="1407374">
            <a:off x="5976391" y="-2269654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 rot="1407374">
            <a:off x="7752238" y="-1522479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29"/>
          <p:cNvGrpSpPr/>
          <p:nvPr/>
        </p:nvGrpSpPr>
        <p:grpSpPr>
          <a:xfrm rot="-2700000">
            <a:off x="-917945" y="3263043"/>
            <a:ext cx="1790229" cy="2945109"/>
            <a:chOff x="0" y="-57150"/>
            <a:chExt cx="1351284" cy="2223000"/>
          </a:xfrm>
        </p:grpSpPr>
        <p:sp>
          <p:nvSpPr>
            <p:cNvPr id="221" name="Google Shape;221;p29"/>
            <p:cNvSpPr/>
            <p:nvPr/>
          </p:nvSpPr>
          <p:spPr>
            <a:xfrm>
              <a:off x="0" y="0"/>
              <a:ext cx="1351284" cy="2165763"/>
            </a:xfrm>
            <a:custGeom>
              <a:avLst/>
              <a:gdLst/>
              <a:ahLst/>
              <a:cxnLst/>
              <a:rect l="l" t="t" r="r" b="b"/>
              <a:pathLst>
                <a:path w="1351284" h="2165763" extrusionOk="0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9"/>
            <p:cNvSpPr txBox="1"/>
            <p:nvPr/>
          </p:nvSpPr>
          <p:spPr>
            <a:xfrm>
              <a:off x="0" y="-57150"/>
              <a:ext cx="1351200" cy="2223000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29"/>
          <p:cNvGrpSpPr/>
          <p:nvPr/>
        </p:nvGrpSpPr>
        <p:grpSpPr>
          <a:xfrm rot="-5400000">
            <a:off x="-721762" y="3914993"/>
            <a:ext cx="3371341" cy="3810325"/>
            <a:chOff x="0" y="0"/>
            <a:chExt cx="719158" cy="812800"/>
          </a:xfrm>
        </p:grpSpPr>
        <p:sp>
          <p:nvSpPr>
            <p:cNvPr id="224" name="Google Shape;224;p29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9"/>
            <p:cNvSpPr txBox="1"/>
            <p:nvPr/>
          </p:nvSpPr>
          <p:spPr>
            <a:xfrm>
              <a:off x="123605" y="82550"/>
              <a:ext cx="4719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29"/>
          <p:cNvSpPr txBox="1"/>
          <p:nvPr/>
        </p:nvSpPr>
        <p:spPr>
          <a:xfrm>
            <a:off x="125423" y="4493312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700">
              <a:solidFill>
                <a:schemeClr val="lt1"/>
              </a:solidFill>
            </a:endParaRPr>
          </a:p>
        </p:txBody>
      </p:sp>
      <p:grpSp>
        <p:nvGrpSpPr>
          <p:cNvPr id="227" name="Google Shape;227;p29"/>
          <p:cNvGrpSpPr/>
          <p:nvPr/>
        </p:nvGrpSpPr>
        <p:grpSpPr>
          <a:xfrm rot="-5400000">
            <a:off x="3860" y="4289437"/>
            <a:ext cx="881238" cy="881238"/>
            <a:chOff x="0" y="0"/>
            <a:chExt cx="812800" cy="812800"/>
          </a:xfrm>
        </p:grpSpPr>
        <p:sp>
          <p:nvSpPr>
            <p:cNvPr id="228" name="Google Shape;228;p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9"/>
            <p:cNvSpPr txBox="1"/>
            <p:nvPr/>
          </p:nvSpPr>
          <p:spPr>
            <a:xfrm>
              <a:off x="139700" y="82550"/>
              <a:ext cx="5334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29"/>
          <p:cNvSpPr txBox="1"/>
          <p:nvPr/>
        </p:nvSpPr>
        <p:spPr>
          <a:xfrm>
            <a:off x="125423" y="4506535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sz="700"/>
          </a:p>
        </p:txBody>
      </p:sp>
      <p:sp>
        <p:nvSpPr>
          <p:cNvPr id="231" name="Google Shape;231;p29"/>
          <p:cNvSpPr txBox="1"/>
          <p:nvPr/>
        </p:nvSpPr>
        <p:spPr>
          <a:xfrm rot="1407374">
            <a:off x="5476168" y="-2434754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 rot="1031">
            <a:off x="4842470" y="2454414"/>
            <a:ext cx="40026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Symbols of </a:t>
            </a:r>
            <a:b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State</a:t>
            </a:r>
            <a:endParaRPr sz="7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" y="0"/>
            <a:ext cx="6328699" cy="63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 rot="1407374">
            <a:off x="5976391" y="-2269654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 rot="1407374">
            <a:off x="7752238" y="-1522479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30"/>
          <p:cNvGrpSpPr/>
          <p:nvPr/>
        </p:nvGrpSpPr>
        <p:grpSpPr>
          <a:xfrm rot="-2700000">
            <a:off x="-917945" y="3263043"/>
            <a:ext cx="1790229" cy="2945109"/>
            <a:chOff x="0" y="-57150"/>
            <a:chExt cx="1351284" cy="2223000"/>
          </a:xfrm>
        </p:grpSpPr>
        <p:sp>
          <p:nvSpPr>
            <p:cNvPr id="241" name="Google Shape;241;p30"/>
            <p:cNvSpPr/>
            <p:nvPr/>
          </p:nvSpPr>
          <p:spPr>
            <a:xfrm>
              <a:off x="0" y="0"/>
              <a:ext cx="1351284" cy="2165763"/>
            </a:xfrm>
            <a:custGeom>
              <a:avLst/>
              <a:gdLst/>
              <a:ahLst/>
              <a:cxnLst/>
              <a:rect l="l" t="t" r="r" b="b"/>
              <a:pathLst>
                <a:path w="1351284" h="2165763" extrusionOk="0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30"/>
            <p:cNvSpPr txBox="1"/>
            <p:nvPr/>
          </p:nvSpPr>
          <p:spPr>
            <a:xfrm>
              <a:off x="0" y="-57150"/>
              <a:ext cx="1351200" cy="2223000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30"/>
          <p:cNvGrpSpPr/>
          <p:nvPr/>
        </p:nvGrpSpPr>
        <p:grpSpPr>
          <a:xfrm rot="-5400000">
            <a:off x="-721762" y="3914993"/>
            <a:ext cx="3371341" cy="3810325"/>
            <a:chOff x="0" y="0"/>
            <a:chExt cx="719158" cy="812800"/>
          </a:xfrm>
        </p:grpSpPr>
        <p:sp>
          <p:nvSpPr>
            <p:cNvPr id="244" name="Google Shape;244;p30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30"/>
            <p:cNvSpPr txBox="1"/>
            <p:nvPr/>
          </p:nvSpPr>
          <p:spPr>
            <a:xfrm>
              <a:off x="123605" y="82550"/>
              <a:ext cx="4719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30"/>
          <p:cNvSpPr txBox="1"/>
          <p:nvPr/>
        </p:nvSpPr>
        <p:spPr>
          <a:xfrm>
            <a:off x="125423" y="4493312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sz="700">
              <a:solidFill>
                <a:schemeClr val="lt1"/>
              </a:solidFill>
            </a:endParaRPr>
          </a:p>
        </p:txBody>
      </p:sp>
      <p:grpSp>
        <p:nvGrpSpPr>
          <p:cNvPr id="247" name="Google Shape;247;p30"/>
          <p:cNvGrpSpPr/>
          <p:nvPr/>
        </p:nvGrpSpPr>
        <p:grpSpPr>
          <a:xfrm rot="-5400000">
            <a:off x="3860" y="4289437"/>
            <a:ext cx="881238" cy="881238"/>
            <a:chOff x="0" y="0"/>
            <a:chExt cx="812800" cy="812800"/>
          </a:xfrm>
        </p:grpSpPr>
        <p:sp>
          <p:nvSpPr>
            <p:cNvPr id="248" name="Google Shape;248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30"/>
            <p:cNvSpPr txBox="1"/>
            <p:nvPr/>
          </p:nvSpPr>
          <p:spPr>
            <a:xfrm>
              <a:off x="139700" y="82550"/>
              <a:ext cx="5334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30"/>
          <p:cNvSpPr txBox="1"/>
          <p:nvPr/>
        </p:nvSpPr>
        <p:spPr>
          <a:xfrm>
            <a:off x="125423" y="4506535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latin typeface="League Spartan"/>
                <a:ea typeface="League Spartan"/>
                <a:cs typeface="League Spartan"/>
                <a:sym typeface="League Spartan"/>
              </a:rPr>
              <a:t>6⁷</a:t>
            </a:r>
            <a:endParaRPr sz="700"/>
          </a:p>
        </p:txBody>
      </p:sp>
      <p:sp>
        <p:nvSpPr>
          <p:cNvPr id="251" name="Google Shape;251;p30"/>
          <p:cNvSpPr txBox="1"/>
          <p:nvPr/>
        </p:nvSpPr>
        <p:spPr>
          <a:xfrm rot="1407374">
            <a:off x="5476168" y="-2434754"/>
            <a:ext cx="2233900" cy="9092931"/>
          </a:xfrm>
          <a:prstGeom prst="rect">
            <a:avLst/>
          </a:prstGeom>
          <a:solidFill>
            <a:srgbClr val="A89BB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 rot="1031">
            <a:off x="4842470" y="2454414"/>
            <a:ext cx="4002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 dirty="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Famous People</a:t>
            </a:r>
            <a:endParaRPr sz="7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9BB5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31"/>
          <p:cNvGrpSpPr/>
          <p:nvPr/>
        </p:nvGrpSpPr>
        <p:grpSpPr>
          <a:xfrm rot="-5400000">
            <a:off x="7960306" y="-1905560"/>
            <a:ext cx="1970133" cy="2226666"/>
            <a:chOff x="0" y="0"/>
            <a:chExt cx="719158" cy="812800"/>
          </a:xfrm>
        </p:grpSpPr>
        <p:sp>
          <p:nvSpPr>
            <p:cNvPr id="258" name="Google Shape;258;p31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31"/>
            <p:cNvSpPr txBox="1"/>
            <p:nvPr/>
          </p:nvSpPr>
          <p:spPr>
            <a:xfrm>
              <a:off x="123605" y="82550"/>
              <a:ext cx="4719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31"/>
          <p:cNvGrpSpPr/>
          <p:nvPr/>
        </p:nvGrpSpPr>
        <p:grpSpPr>
          <a:xfrm rot="-2700000">
            <a:off x="7411371" y="-1073571"/>
            <a:ext cx="809495" cy="1148389"/>
            <a:chOff x="0" y="-57150"/>
            <a:chExt cx="426400" cy="604912"/>
          </a:xfrm>
        </p:grpSpPr>
        <p:sp>
          <p:nvSpPr>
            <p:cNvPr id="261" name="Google Shape;261;p31"/>
            <p:cNvSpPr/>
            <p:nvPr/>
          </p:nvSpPr>
          <p:spPr>
            <a:xfrm>
              <a:off x="0" y="0"/>
              <a:ext cx="426400" cy="547762"/>
            </a:xfrm>
            <a:custGeom>
              <a:avLst/>
              <a:gdLst/>
              <a:ahLst/>
              <a:cxnLst/>
              <a:rect l="l" t="t" r="r" b="b"/>
              <a:pathLst>
                <a:path w="426400" h="547762" extrusionOk="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1"/>
            <p:cNvSpPr txBox="1"/>
            <p:nvPr/>
          </p:nvSpPr>
          <p:spPr>
            <a:xfrm>
              <a:off x="0" y="-57150"/>
              <a:ext cx="426300" cy="604800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31"/>
          <p:cNvGrpSpPr/>
          <p:nvPr/>
        </p:nvGrpSpPr>
        <p:grpSpPr>
          <a:xfrm rot="-5400000">
            <a:off x="7854477" y="-900897"/>
            <a:ext cx="1262847" cy="1262847"/>
            <a:chOff x="0" y="0"/>
            <a:chExt cx="812800" cy="812800"/>
          </a:xfrm>
        </p:grpSpPr>
        <p:sp>
          <p:nvSpPr>
            <p:cNvPr id="264" name="Google Shape;264;p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1"/>
            <p:cNvSpPr txBox="1"/>
            <p:nvPr/>
          </p:nvSpPr>
          <p:spPr>
            <a:xfrm>
              <a:off x="139700" y="82550"/>
              <a:ext cx="5334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31"/>
          <p:cNvGrpSpPr/>
          <p:nvPr/>
        </p:nvGrpSpPr>
        <p:grpSpPr>
          <a:xfrm rot="5400000">
            <a:off x="1091425" y="921299"/>
            <a:ext cx="2280592" cy="4455549"/>
            <a:chOff x="0" y="-57150"/>
            <a:chExt cx="1201323" cy="2347002"/>
          </a:xfrm>
        </p:grpSpPr>
        <p:sp>
          <p:nvSpPr>
            <p:cNvPr id="267" name="Google Shape;267;p31"/>
            <p:cNvSpPr/>
            <p:nvPr/>
          </p:nvSpPr>
          <p:spPr>
            <a:xfrm>
              <a:off x="0" y="0"/>
              <a:ext cx="1201323" cy="2289852"/>
            </a:xfrm>
            <a:custGeom>
              <a:avLst/>
              <a:gdLst/>
              <a:ahLst/>
              <a:cxnLst/>
              <a:rect l="l" t="t" r="r" b="b"/>
              <a:pathLst>
                <a:path w="1201323" h="2289852" extrusionOk="0">
                  <a:moveTo>
                    <a:pt x="169731" y="0"/>
                  </a:moveTo>
                  <a:lnTo>
                    <a:pt x="1031592" y="0"/>
                  </a:lnTo>
                  <a:cubicBezTo>
                    <a:pt x="1076608" y="0"/>
                    <a:pt x="1119779" y="17882"/>
                    <a:pt x="1151610" y="49713"/>
                  </a:cubicBezTo>
                  <a:cubicBezTo>
                    <a:pt x="1183441" y="81544"/>
                    <a:pt x="1201323" y="124716"/>
                    <a:pt x="1201323" y="169731"/>
                  </a:cubicBezTo>
                  <a:lnTo>
                    <a:pt x="1201323" y="2120121"/>
                  </a:lnTo>
                  <a:cubicBezTo>
                    <a:pt x="1201323" y="2165136"/>
                    <a:pt x="1183441" y="2208308"/>
                    <a:pt x="1151610" y="2240139"/>
                  </a:cubicBezTo>
                  <a:cubicBezTo>
                    <a:pt x="1119779" y="2271970"/>
                    <a:pt x="1076608" y="2289852"/>
                    <a:pt x="1031592" y="2289852"/>
                  </a:cubicBezTo>
                  <a:lnTo>
                    <a:pt x="169731" y="2289852"/>
                  </a:lnTo>
                  <a:cubicBezTo>
                    <a:pt x="75991" y="2289852"/>
                    <a:pt x="0" y="2213861"/>
                    <a:pt x="0" y="2120121"/>
                  </a:cubicBezTo>
                  <a:lnTo>
                    <a:pt x="0" y="169731"/>
                  </a:lnTo>
                  <a:cubicBezTo>
                    <a:pt x="0" y="124716"/>
                    <a:pt x="17882" y="81544"/>
                    <a:pt x="49713" y="49713"/>
                  </a:cubicBezTo>
                  <a:cubicBezTo>
                    <a:pt x="81544" y="17882"/>
                    <a:pt x="124716" y="0"/>
                    <a:pt x="169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31"/>
            <p:cNvSpPr txBox="1"/>
            <p:nvPr/>
          </p:nvSpPr>
          <p:spPr>
            <a:xfrm>
              <a:off x="0" y="-57150"/>
              <a:ext cx="1201200" cy="23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31"/>
          <p:cNvGrpSpPr/>
          <p:nvPr/>
        </p:nvGrpSpPr>
        <p:grpSpPr>
          <a:xfrm rot="5400000">
            <a:off x="5884260" y="921299"/>
            <a:ext cx="2280592" cy="4455549"/>
            <a:chOff x="0" y="-57150"/>
            <a:chExt cx="1201323" cy="2347002"/>
          </a:xfrm>
        </p:grpSpPr>
        <p:sp>
          <p:nvSpPr>
            <p:cNvPr id="270" name="Google Shape;270;p31"/>
            <p:cNvSpPr/>
            <p:nvPr/>
          </p:nvSpPr>
          <p:spPr>
            <a:xfrm>
              <a:off x="0" y="0"/>
              <a:ext cx="1201323" cy="2289852"/>
            </a:xfrm>
            <a:custGeom>
              <a:avLst/>
              <a:gdLst/>
              <a:ahLst/>
              <a:cxnLst/>
              <a:rect l="l" t="t" r="r" b="b"/>
              <a:pathLst>
                <a:path w="1201323" h="2289852" extrusionOk="0">
                  <a:moveTo>
                    <a:pt x="169731" y="0"/>
                  </a:moveTo>
                  <a:lnTo>
                    <a:pt x="1031592" y="0"/>
                  </a:lnTo>
                  <a:cubicBezTo>
                    <a:pt x="1076608" y="0"/>
                    <a:pt x="1119779" y="17882"/>
                    <a:pt x="1151610" y="49713"/>
                  </a:cubicBezTo>
                  <a:cubicBezTo>
                    <a:pt x="1183441" y="81544"/>
                    <a:pt x="1201323" y="124716"/>
                    <a:pt x="1201323" y="169731"/>
                  </a:cubicBezTo>
                  <a:lnTo>
                    <a:pt x="1201323" y="2120121"/>
                  </a:lnTo>
                  <a:cubicBezTo>
                    <a:pt x="1201323" y="2165136"/>
                    <a:pt x="1183441" y="2208308"/>
                    <a:pt x="1151610" y="2240139"/>
                  </a:cubicBezTo>
                  <a:cubicBezTo>
                    <a:pt x="1119779" y="2271970"/>
                    <a:pt x="1076608" y="2289852"/>
                    <a:pt x="1031592" y="2289852"/>
                  </a:cubicBezTo>
                  <a:lnTo>
                    <a:pt x="169731" y="2289852"/>
                  </a:lnTo>
                  <a:cubicBezTo>
                    <a:pt x="75991" y="2289852"/>
                    <a:pt x="0" y="2213861"/>
                    <a:pt x="0" y="2120121"/>
                  </a:cubicBezTo>
                  <a:lnTo>
                    <a:pt x="0" y="169731"/>
                  </a:lnTo>
                  <a:cubicBezTo>
                    <a:pt x="0" y="124716"/>
                    <a:pt x="17882" y="81544"/>
                    <a:pt x="49713" y="49713"/>
                  </a:cubicBezTo>
                  <a:cubicBezTo>
                    <a:pt x="81544" y="17882"/>
                    <a:pt x="124716" y="0"/>
                    <a:pt x="169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31"/>
            <p:cNvSpPr txBox="1"/>
            <p:nvPr/>
          </p:nvSpPr>
          <p:spPr>
            <a:xfrm>
              <a:off x="0" y="-57150"/>
              <a:ext cx="1201200" cy="234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31"/>
          <p:cNvGrpSpPr/>
          <p:nvPr/>
        </p:nvGrpSpPr>
        <p:grpSpPr>
          <a:xfrm rot="-2700000">
            <a:off x="-917945" y="3263043"/>
            <a:ext cx="1790229" cy="2945109"/>
            <a:chOff x="0" y="-57150"/>
            <a:chExt cx="1351284" cy="2223000"/>
          </a:xfrm>
        </p:grpSpPr>
        <p:sp>
          <p:nvSpPr>
            <p:cNvPr id="273" name="Google Shape;273;p31"/>
            <p:cNvSpPr/>
            <p:nvPr/>
          </p:nvSpPr>
          <p:spPr>
            <a:xfrm>
              <a:off x="0" y="0"/>
              <a:ext cx="1351284" cy="2165763"/>
            </a:xfrm>
            <a:custGeom>
              <a:avLst/>
              <a:gdLst/>
              <a:ahLst/>
              <a:cxnLst/>
              <a:rect l="l" t="t" r="r" b="b"/>
              <a:pathLst>
                <a:path w="1351284" h="2165763" extrusionOk="0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FEB3B0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31"/>
            <p:cNvSpPr txBox="1"/>
            <p:nvPr/>
          </p:nvSpPr>
          <p:spPr>
            <a:xfrm>
              <a:off x="0" y="-57150"/>
              <a:ext cx="1351200" cy="2223000"/>
            </a:xfrm>
            <a:prstGeom prst="rect">
              <a:avLst/>
            </a:prstGeom>
            <a:solidFill>
              <a:srgbClr val="FEB3B0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31"/>
          <p:cNvGrpSpPr/>
          <p:nvPr/>
        </p:nvGrpSpPr>
        <p:grpSpPr>
          <a:xfrm rot="-5400000">
            <a:off x="-721762" y="3914993"/>
            <a:ext cx="3371341" cy="3810325"/>
            <a:chOff x="0" y="0"/>
            <a:chExt cx="719158" cy="812800"/>
          </a:xfrm>
        </p:grpSpPr>
        <p:sp>
          <p:nvSpPr>
            <p:cNvPr id="276" name="Google Shape;276;p31"/>
            <p:cNvSpPr/>
            <p:nvPr/>
          </p:nvSpPr>
          <p:spPr>
            <a:xfrm>
              <a:off x="0" y="0"/>
              <a:ext cx="719158" cy="812800"/>
            </a:xfrm>
            <a:custGeom>
              <a:avLst/>
              <a:gdLst/>
              <a:ahLst/>
              <a:cxnLst/>
              <a:rect l="l" t="t" r="r" b="b"/>
              <a:pathLst>
                <a:path w="719158" h="812800" extrusionOk="0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FFE38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1"/>
            <p:cNvSpPr txBox="1"/>
            <p:nvPr/>
          </p:nvSpPr>
          <p:spPr>
            <a:xfrm>
              <a:off x="123605" y="82550"/>
              <a:ext cx="4719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31"/>
          <p:cNvGrpSpPr/>
          <p:nvPr/>
        </p:nvGrpSpPr>
        <p:grpSpPr>
          <a:xfrm rot="-5400000">
            <a:off x="3860" y="4289437"/>
            <a:ext cx="881238" cy="881238"/>
            <a:chOff x="0" y="0"/>
            <a:chExt cx="812800" cy="812800"/>
          </a:xfrm>
        </p:grpSpPr>
        <p:sp>
          <p:nvSpPr>
            <p:cNvPr id="279" name="Google Shape;279;p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31"/>
            <p:cNvSpPr txBox="1"/>
            <p:nvPr/>
          </p:nvSpPr>
          <p:spPr>
            <a:xfrm>
              <a:off x="139700" y="82550"/>
              <a:ext cx="5334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31"/>
          <p:cNvSpPr txBox="1"/>
          <p:nvPr/>
        </p:nvSpPr>
        <p:spPr>
          <a:xfrm>
            <a:off x="6251564" y="2132110"/>
            <a:ext cx="26046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82" name="Google Shape;282;p31"/>
          <p:cNvSpPr txBox="1"/>
          <p:nvPr/>
        </p:nvSpPr>
        <p:spPr>
          <a:xfrm>
            <a:off x="265336" y="367855"/>
            <a:ext cx="648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4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Facts</a:t>
            </a:r>
            <a:endParaRPr sz="2200"/>
          </a:p>
        </p:txBody>
      </p:sp>
      <p:sp>
        <p:nvSpPr>
          <p:cNvPr id="283" name="Google Shape;283;p31"/>
          <p:cNvSpPr txBox="1"/>
          <p:nvPr/>
        </p:nvSpPr>
        <p:spPr>
          <a:xfrm>
            <a:off x="125423" y="4506535"/>
            <a:ext cx="638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latin typeface="League Spartan"/>
                <a:ea typeface="League Spartan"/>
                <a:cs typeface="League Spartan"/>
                <a:sym typeface="League Spartan"/>
              </a:rPr>
              <a:t>₆7</a:t>
            </a:r>
            <a:endParaRPr sz="700"/>
          </a:p>
        </p:txBody>
      </p:sp>
      <p:sp>
        <p:nvSpPr>
          <p:cNvPr id="284" name="Google Shape;284;p31"/>
          <p:cNvSpPr txBox="1"/>
          <p:nvPr/>
        </p:nvSpPr>
        <p:spPr>
          <a:xfrm>
            <a:off x="-64900" y="2008775"/>
            <a:ext cx="4455600" cy="23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First state to leave the Union before Civil War.</a:t>
            </a:r>
            <a:b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 dirty="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Nickname is Palmetto </a:t>
            </a:r>
            <a:endParaRPr sz="2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4796775" y="2094725"/>
            <a:ext cx="43206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ague Spartan"/>
              <a:buChar char="●"/>
            </a:pPr>
            <a:r>
              <a:rPr lang="de" sz="25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Most battles of the Revolution</a:t>
            </a:r>
            <a:endParaRPr sz="2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/>
        </p:nvSpPr>
        <p:spPr>
          <a:xfrm>
            <a:off x="1483175" y="493900"/>
            <a:ext cx="30888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1 Page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3 Page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4 Page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5 Page</a:t>
            </a:r>
            <a:br>
              <a:rPr lang="de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6 Page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Bildschirmpräsentation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Arial</vt:lpstr>
      <vt:lpstr>League Spartan</vt:lpstr>
      <vt:lpstr>Blinker</vt:lpstr>
      <vt:lpstr>Calibri</vt:lpstr>
      <vt:lpstr>Simple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Yuri</dc:creator>
  <cp:lastModifiedBy>Hölzl Yuri</cp:lastModifiedBy>
  <cp:revision>1</cp:revision>
  <dcterms:modified xsi:type="dcterms:W3CDTF">2025-11-27T19:49:48Z</dcterms:modified>
</cp:coreProperties>
</file>